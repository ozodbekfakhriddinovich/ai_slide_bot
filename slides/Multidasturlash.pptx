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Slide 1: Introduction to Multidasturlash</a:t>
            </a:r>
          </a:p>
          <a:p>
            <a:pPr algn="l">
              <a:defRPr/>
            </a:pPr>
            <a:r>
              <a:rPr lang="en-US"/>
              <a:t>- Multidasturlash is a software development approach that involves using multiple programming languages and technologies</a:t>
            </a:r>
          </a:p>
          <a:p>
            <a:pPr algn="l">
              <a:defRPr/>
            </a:pPr>
            <a:r>
              <a:rPr lang="en-US"/>
              <a:t>- It allows for greater flexibility and efficiency in creating complex applications</a:t>
            </a:r>
          </a:p>
          <a:p>
            <a:pPr algn="l">
              <a:defRPr/>
            </a:pPr>
            <a:r>
              <a:rPr lang="en-US"/>
              <a:t>- Multidasturlash is gaining popularity due to the growing demand for diverse and advanced software solutions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Slide 2: Benefits of Multidasturlash</a:t>
            </a:r>
          </a:p>
          <a:p>
            <a:pPr algn="l">
              <a:defRPr/>
            </a:pPr>
            <a:r>
              <a:rPr lang="en-US"/>
              <a:t>- Allows for integration of different technologies and platforms</a:t>
            </a:r>
          </a:p>
          <a:p>
            <a:pPr algn="l">
              <a:defRPr/>
            </a:pPr>
            <a:r>
              <a:rPr lang="en-US"/>
              <a:t>- Increases the speed and efficiency of development</a:t>
            </a:r>
          </a:p>
          <a:p>
            <a:pPr algn="l">
              <a:defRPr/>
            </a:pPr>
            <a:r>
              <a:rPr lang="en-US"/>
              <a:t>- Enables developers to choose the best tools for each aspect of the project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Slide 3: Commonly Used Programming Languages in Multidasturlash</a:t>
            </a:r>
          </a:p>
          <a:p>
            <a:pPr algn="l">
              <a:defRPr/>
            </a:pPr>
            <a:r>
              <a:rPr lang="en-US"/>
              <a:t>- Java</a:t>
            </a:r>
          </a:p>
          <a:p>
            <a:pPr algn="l">
              <a:defRPr/>
            </a:pPr>
            <a:r>
              <a:rPr lang="en-US"/>
              <a:t>- JavaScript</a:t>
            </a:r>
          </a:p>
          <a:p>
            <a:pPr algn="l">
              <a:defRPr/>
            </a:pPr>
            <a:r>
              <a:rPr lang="en-US"/>
              <a:t>- Python</a:t>
            </a:r>
          </a:p>
          <a:p>
            <a:pPr algn="l">
              <a:defRPr/>
            </a:pPr>
            <a:r>
              <a:rPr lang="en-US"/>
              <a:t>- C#</a:t>
            </a:r>
          </a:p>
          <a:p>
            <a:pPr algn="l">
              <a:defRPr/>
            </a:pPr>
            <a:r>
              <a:rPr lang="en-US"/>
              <a:t>- PHP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Slide 4: Tools and Technologies Used in Multidasturlash</a:t>
            </a:r>
          </a:p>
          <a:p>
            <a:pPr algn="l">
              <a:defRPr/>
            </a:pPr>
            <a:r>
              <a:rPr lang="en-US"/>
              <a:t>- Docker</a:t>
            </a:r>
          </a:p>
          <a:p>
            <a:pPr algn="l">
              <a:defRPr/>
            </a:pPr>
            <a:r>
              <a:rPr lang="en-US"/>
              <a:t>- Kubernetes</a:t>
            </a:r>
          </a:p>
          <a:p>
            <a:pPr algn="l">
              <a:defRPr/>
            </a:pPr>
            <a:r>
              <a:rPr lang="en-US"/>
              <a:t>- Git</a:t>
            </a:r>
          </a:p>
          <a:p>
            <a:pPr algn="l">
              <a:defRPr/>
            </a:pPr>
            <a:r>
              <a:rPr lang="en-US"/>
              <a:t>- React</a:t>
            </a:r>
          </a:p>
          <a:p>
            <a:pPr algn="l">
              <a:defRPr/>
            </a:pPr>
            <a:r>
              <a:rPr lang="en-US"/>
              <a:t>- Angular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Slide 5: Challenges of Implementing Multidasturlash</a:t>
            </a:r>
          </a:p>
          <a:p>
            <a:pPr algn="l">
              <a:defRPr/>
            </a:pPr>
            <a:r>
              <a:rPr lang="en-US"/>
              <a:t>- Requires a diverse and skilled team of developers</a:t>
            </a:r>
          </a:p>
          <a:p>
            <a:pPr algn="l">
              <a:defRPr/>
            </a:pPr>
            <a:r>
              <a:rPr lang="en-US"/>
              <a:t>- Can be complex and difficult to manage</a:t>
            </a:r>
          </a:p>
          <a:p>
            <a:pPr algn="l">
              <a:defRPr/>
            </a:pPr>
            <a:r>
              <a:rPr lang="en-US"/>
              <a:t>- Increased development time and cost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Slide 6: Use Cases for Multidasturlash</a:t>
            </a:r>
          </a:p>
          <a:p>
            <a:pPr algn="l">
              <a:defRPr/>
            </a:pPr>
            <a:r>
              <a:rPr lang="en-US"/>
              <a:t>- Developing large-scale and complex applications</a:t>
            </a:r>
          </a:p>
          <a:p>
            <a:pPr algn="l">
              <a:defRPr/>
            </a:pPr>
            <a:r>
              <a:rPr lang="en-US"/>
              <a:t>- Creating cross-platform applications</a:t>
            </a:r>
          </a:p>
          <a:p>
            <a:pPr algn="l">
              <a:defRPr/>
            </a:pPr>
            <a:r>
              <a:rPr lang="en-US"/>
              <a:t>- Integrating different systems and technologies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Slide 7: Best Practices for Implementing Multidasturlash</a:t>
            </a:r>
          </a:p>
          <a:p>
            <a:pPr algn="l">
              <a:defRPr/>
            </a:pPr>
            <a:r>
              <a:rPr lang="en-US"/>
              <a:t>- Careful planning and organization</a:t>
            </a:r>
          </a:p>
          <a:p>
            <a:pPr algn="l">
              <a:defRPr/>
            </a:pPr>
            <a:r>
              <a:rPr lang="en-US"/>
              <a:t>- Communication and collaboration within the development team</a:t>
            </a:r>
          </a:p>
          <a:p>
            <a:pPr algn="l">
              <a:defRPr/>
            </a:pPr>
            <a:r>
              <a:rPr lang="en-US"/>
              <a:t>- Regular testing and debugging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Slide 8: Examples of Companies Using Multidasturlash</a:t>
            </a:r>
          </a:p>
          <a:p>
            <a:pPr algn="l">
              <a:defRPr/>
            </a:pPr>
            <a:r>
              <a:rPr lang="en-US"/>
              <a:t>- Netflix</a:t>
            </a:r>
          </a:p>
          <a:p>
            <a:pPr algn="l">
              <a:defRPr/>
            </a:pPr>
            <a:r>
              <a:rPr lang="en-US"/>
              <a:t>- Airbnb</a:t>
            </a:r>
          </a:p>
          <a:p>
            <a:pPr algn="l">
              <a:defRPr/>
            </a:pPr>
            <a:r>
              <a:rPr lang="en-US"/>
              <a:t>- Uber</a:t>
            </a:r>
          </a:p>
          <a:p>
            <a:pPr algn="l">
              <a:defRPr/>
            </a:pPr>
            <a:r>
              <a:rPr lang="en-US"/>
              <a:t>- Spotify</a:t>
            </a:r>
          </a:p>
          <a:p>
            <a:pPr algn="l">
              <a:defRPr/>
            </a:pPr>
            <a:r>
              <a:rPr lang="en-US"/>
              <a:t>- Pinterest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Slide 9: Future of Multidasturlash</a:t>
            </a:r>
          </a:p>
          <a:p>
            <a:pPr algn="l">
              <a:defRPr/>
            </a:pPr>
            <a:r>
              <a:rPr lang="en-US"/>
              <a:t>- Expected to continue growing in popularity</a:t>
            </a:r>
          </a:p>
          <a:p>
            <a:pPr algn="l">
              <a:defRPr/>
            </a:pPr>
            <a:r>
              <a:rPr lang="en-US"/>
              <a:t>- Will be used in a wider range of industries and applications</a:t>
            </a:r>
          </a:p>
          <a:p>
            <a:pPr algn="l">
              <a:defRPr/>
            </a:pPr>
            <a:r>
              <a:rPr lang="en-US"/>
              <a:t>- Advancements in technology will make it easier to implement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Slide 10: Conclusion</a:t>
            </a:r>
          </a:p>
          <a:p>
            <a:pPr algn="l">
              <a:defRPr/>
            </a:pPr>
            <a:r>
              <a:rPr lang="en-US"/>
              <a:t>- Multidasturlash offers many benefits for software development</a:t>
            </a:r>
          </a:p>
          <a:p>
            <a:pPr algn="l">
              <a:defRPr/>
            </a:pPr>
            <a:r>
              <a:rPr lang="en-US"/>
              <a:t>- It allows for greater flexibility, efficiency, and integration</a:t>
            </a:r>
          </a:p>
          <a:p>
            <a:pPr algn="l">
              <a:defRPr/>
            </a:pPr>
            <a:r>
              <a:rPr lang="en-US"/>
              <a:t>- With careful planning and skilled developers, it can lead to successful and innovative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