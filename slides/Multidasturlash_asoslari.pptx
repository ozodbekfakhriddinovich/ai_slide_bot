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Multidasturlash asoslari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Multidasturlash haqida tushuncha</a:t>
            </a:r>
          </a:p>
          <a:p>
            <a:pPr>
              <a:buFont typeface="Arial"/>
              <a:buChar char="•"/>
            </a:pPr>
            <a:r>
              <a:rPr lang="en-US"/>
              <a:t>Tarjima dasturlar va interpretatorlar</a:t>
            </a:r>
          </a:p>
          <a:p>
            <a:pPr>
              <a:buFont typeface="Arial"/>
              <a:buChar char="•"/>
            </a:pPr>
            <a:r>
              <a:rPr lang="en-US"/>
              <a:t>Agar ko'p dasturlash tillarini o'rganishni istasangiz, bu muhim mavzu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Dasturlash tillari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Ixtisoslashgan dasturlash tillari</a:t>
            </a:r>
          </a:p>
          <a:p>
            <a:pPr>
              <a:buFont typeface="Arial"/>
              <a:buChar char="•"/>
            </a:pPr>
            <a:r>
              <a:rPr lang="en-US"/>
              <a:t>Dasturlash tillarining o'zgarishi</a:t>
            </a:r>
          </a:p>
          <a:p>
            <a:pPr>
              <a:buFont typeface="Arial"/>
              <a:buChar char="•"/>
            </a:pPr>
            <a:r>
              <a:rPr lang="en-US"/>
              <a:t>Dasturlash tillarining tariflash tartibi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Dasturlash tillarining o'rganilishi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Dasturlash tillari haqida umumiy tushuncha</a:t>
            </a:r>
          </a:p>
          <a:p>
            <a:pPr>
              <a:buFont typeface="Arial"/>
              <a:buChar char="•"/>
            </a:pPr>
            <a:r>
              <a:rPr lang="en-US"/>
              <a:t>Dasturlash tillarining tuzilishi va texnologiyalari</a:t>
            </a:r>
          </a:p>
          <a:p>
            <a:pPr>
              <a:buFont typeface="Arial"/>
              <a:buChar char="•"/>
            </a:pPr>
            <a:r>
              <a:rPr lang="en-US"/>
              <a:t>Dasturlash tillarini o'rganishda muhim qo'llanmalar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Obyektga yo'naltirilgan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Obyektga yo'naltirilgan dasturlash tushunchasi</a:t>
            </a:r>
          </a:p>
          <a:p>
            <a:pPr>
              <a:buFont typeface="Arial"/>
              <a:buChar char="•"/>
            </a:pPr>
            <a:r>
              <a:rPr lang="en-US"/>
              <a:t>Obyektga yo'naltirilgan dasturlash tillari</a:t>
            </a:r>
          </a:p>
          <a:p>
            <a:pPr>
              <a:buFont typeface="Arial"/>
              <a:buChar char="•"/>
            </a:pPr>
            <a:r>
              <a:rPr lang="en-US"/>
              <a:t>Obyektga yo'naltirilgan dasturlashni qo'llash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Funksional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Funksional dasturlash tushunchasi</a:t>
            </a:r>
          </a:p>
          <a:p>
            <a:pPr>
              <a:buFont typeface="Arial"/>
              <a:buChar char="•"/>
            </a:pPr>
            <a:r>
              <a:rPr lang="en-US"/>
              <a:t>Funksional dasturlash tillari</a:t>
            </a:r>
          </a:p>
          <a:p>
            <a:pPr>
              <a:buFont typeface="Arial"/>
              <a:buChar char="•"/>
            </a:pPr>
            <a:r>
              <a:rPr lang="en-US"/>
              <a:t>Funksional dasturlashda funksiyalar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Klassik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Klassik dasturlash tushunchasi</a:t>
            </a:r>
          </a:p>
          <a:p>
            <a:pPr>
              <a:buFont typeface="Arial"/>
              <a:buChar char="•"/>
            </a:pPr>
            <a:r>
              <a:rPr lang="en-US"/>
              <a:t>Klassik dasturlash tillari</a:t>
            </a:r>
          </a:p>
          <a:p>
            <a:pPr>
              <a:buFont typeface="Arial"/>
              <a:buChar char="•"/>
            </a:pPr>
            <a:r>
              <a:rPr lang="en-US"/>
              <a:t>Klassik dasturlash stili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Obyektoriyentlangan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Obyektoriyentlangan dasturlash tushunchasi</a:t>
            </a:r>
          </a:p>
          <a:p>
            <a:pPr>
              <a:buFont typeface="Arial"/>
              <a:buChar char="•"/>
            </a:pPr>
            <a:r>
              <a:rPr lang="en-US"/>
              <a:t>Obyektoriyentlangan dasturlash tillari</a:t>
            </a:r>
          </a:p>
          <a:p>
            <a:pPr>
              <a:buFont typeface="Arial"/>
              <a:buChar char="•"/>
            </a:pPr>
            <a:r>
              <a:rPr lang="en-US"/>
              <a:t>Obyektoriyentlangan dasturlashda obyektlar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Algoritmlar va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Algoritmlar tushunchasi</a:t>
            </a:r>
          </a:p>
          <a:p>
            <a:pPr>
              <a:buFont typeface="Arial"/>
              <a:buChar char="•"/>
            </a:pPr>
            <a:r>
              <a:rPr lang="en-US"/>
              <a:t>Algoritmlar va dasturlash ulushi</a:t>
            </a:r>
          </a:p>
          <a:p>
            <a:pPr>
              <a:buFont typeface="Arial"/>
              <a:buChar char="•"/>
            </a:pPr>
            <a:r>
              <a:rPr lang="en-US"/>
              <a:t>Asosiy algoritm turlari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Dasturiy ta'mirlar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Dasturiy ta'mir tushunchasi</a:t>
            </a:r>
          </a:p>
          <a:p>
            <a:pPr>
              <a:buFont typeface="Arial"/>
              <a:buChar char="•"/>
            </a:pPr>
            <a:r>
              <a:rPr lang="en-US"/>
              <a:t>Dasturiy ta'mir turli usullari</a:t>
            </a:r>
          </a:p>
          <a:p>
            <a:pPr>
              <a:buFont typeface="Arial"/>
              <a:buChar char="•"/>
            </a:pPr>
            <a:r>
              <a:rPr lang="en-US"/>
              <a:t>Dasturiy ta'mir usullari haqida qisqacha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/>
              <a:t>Dasturlashda xatolar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/>
              <a:t>Dasturlashda xato tushunchasi</a:t>
            </a:r>
          </a:p>
          <a:p>
            <a:pPr>
              <a:buFont typeface="Arial"/>
              <a:buChar char="•"/>
            </a:pPr>
            <a:r>
              <a:rPr lang="en-US"/>
              <a:t>Xatolarni topish va tuzatish</a:t>
            </a:r>
          </a:p>
          <a:p>
            <a:pPr>
              <a:buFont typeface="Arial"/>
              <a:buChar char="•"/>
            </a:pPr>
            <a:r>
              <a:rPr lang="en-US"/>
              <a:t>Dasturlashda qisqa xatolarni to'g'irlash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