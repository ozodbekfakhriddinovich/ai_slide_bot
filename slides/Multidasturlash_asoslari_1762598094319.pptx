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Multidasturlash asoslari: Nima uchun kerak?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O'zgaruvchan qonuniy va biznes sharoitlari</a:t>
            </a:r>
          </a:p>
          <a:p>
            <a:pPr>
              <a:buFont typeface="Arial"/>
              <a:buChar char="•"/>
            </a:pPr>
            <a:r>
              <a:rPr lang="en-US" sz="1800"/>
              <a:t>Ko'p fazilatli va ko'p qat'iy natijalar</a:t>
            </a:r>
          </a:p>
          <a:p>
            <a:pPr>
              <a:buFont typeface="Arial"/>
              <a:buChar char="•"/>
            </a:pPr>
            <a:r>
              <a:rPr lang="en-US" sz="1800"/>
              <a:t>Ishlab chiqarish va tadbirlar bo'yicha qisqa muddatli jarayonlar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Dasturlash tillari: Tuzilish va funksiyalari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Python, Java, C++, JavaScript</a:t>
            </a:r>
          </a:p>
          <a:p>
            <a:pPr>
              <a:buFont typeface="Arial"/>
              <a:buChar char="•"/>
            </a:pPr>
            <a:r>
              <a:rPr lang="en-US" sz="1800"/>
              <a:t>Dinamik va statik dasturlash tillari</a:t>
            </a:r>
          </a:p>
          <a:p>
            <a:pPr>
              <a:buFont typeface="Arial"/>
              <a:buChar char="•"/>
            </a:pPr>
            <a:r>
              <a:rPr lang="en-US" sz="1800"/>
              <a:t>Ob'ektga yo'naltirilgan dasturlash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Dasturlash tillari: Ishlatilish sohalar va misollar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Veb-saytlar va mobil ilovalar</a:t>
            </a:r>
          </a:p>
          <a:p>
            <a:pPr>
              <a:buFont typeface="Arial"/>
              <a:buChar char="•"/>
            </a:pPr>
            <a:r>
              <a:rPr lang="en-US" sz="1800"/>
              <a:t>Kiberxavfsizlik va kompyuter savdo</a:t>
            </a:r>
          </a:p>
          <a:p>
            <a:pPr>
              <a:buFont typeface="Arial"/>
              <a:buChar char="•"/>
            </a:pPr>
            <a:r>
              <a:rPr lang="en-US" sz="1800"/>
              <a:t>Texnologik sohalarda avtomatlashtirish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Dasturlash tillari: O'zaro aloqa va kompyuter tarmog'i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Internet of Things (IoT) va sensorli qurilmalar</a:t>
            </a:r>
          </a:p>
          <a:p>
            <a:pPr>
              <a:buFont typeface="Arial"/>
              <a:buChar char="•"/>
            </a:pPr>
            <a:r>
              <a:rPr lang="en-US" sz="1800"/>
              <a:t>Tarmoq va ma'lumotlar bazalari</a:t>
            </a:r>
          </a:p>
          <a:p>
            <a:pPr>
              <a:buFont typeface="Arial"/>
              <a:buChar char="•"/>
            </a:pPr>
            <a:r>
              <a:rPr lang="en-US" sz="1800"/>
              <a:t>Bog'lanish va o'zaro ustunliklar muammosi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Web-dasturlash: HTML, CSS va JavaScript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Veb-saytning qisqa tavsifi</a:t>
            </a:r>
          </a:p>
          <a:p>
            <a:pPr>
              <a:buFont typeface="Arial"/>
              <a:buChar char="•"/>
            </a:pPr>
            <a:r>
              <a:rPr lang="en-US" sz="1800"/>
              <a:t>HTML va CSS bilan veb-sayt shakllantirish</a:t>
            </a:r>
          </a:p>
          <a:p>
            <a:pPr>
              <a:buFont typeface="Arial"/>
              <a:buChar char="•"/>
            </a:pPr>
            <a:r>
              <a:rPr lang="en-US" sz="1800"/>
              <a:t>JavaScript bilan saytga dinamiklik qo'shish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Mobil ilovalar: Android va iOS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Android va iOS ilovalarining maqsadi va foydalanuvchilar</a:t>
            </a:r>
          </a:p>
          <a:p>
            <a:pPr>
              <a:buFont typeface="Arial"/>
              <a:buChar char="•"/>
            </a:pPr>
            <a:r>
              <a:rPr lang="en-US" sz="1800"/>
              <a:t>Xususiyatlari va qulayliklari</a:t>
            </a:r>
          </a:p>
          <a:p>
            <a:pPr>
              <a:buFont typeface="Arial"/>
              <a:buChar char="•"/>
            </a:pPr>
            <a:r>
              <a:rPr lang="en-US" sz="1800"/>
              <a:t>Tadbirlarning qisqa muddatli jarayonlari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Obyektga yo'naltirilgan dasturlash: Java bilan misollar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Java dasturlash tilining xususiyatlari</a:t>
            </a:r>
          </a:p>
          <a:p>
            <a:pPr>
              <a:buFont typeface="Arial"/>
              <a:buChar char="•"/>
            </a:pPr>
            <a:r>
              <a:rPr lang="en-US" sz="1800"/>
              <a:t>Obyektga yo'naltirilgan dasturlash qoidalari</a:t>
            </a:r>
          </a:p>
          <a:p>
            <a:pPr>
              <a:buFont typeface="Arial"/>
              <a:buChar char="•"/>
            </a:pPr>
            <a:r>
              <a:rPr lang="en-US" sz="1800"/>
              <a:t>Java bilan yaratilgan misollar va ulardan foydalanish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Texnologik sohalarda dasturlash: Robototexnika va avtomatlashtirish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Robototexnika va avtomatlashtirish sohalarida dasturlashning ahamiyati</a:t>
            </a:r>
          </a:p>
          <a:p>
            <a:pPr>
              <a:buFont typeface="Arial"/>
              <a:buChar char="•"/>
            </a:pPr>
            <a:r>
              <a:rPr lang="en-US" sz="1800"/>
              <a:t>Robotlarning o'z-o'zini boshqarish qobiliyati</a:t>
            </a:r>
          </a:p>
          <a:p>
            <a:pPr>
              <a:buFont typeface="Arial"/>
              <a:buChar char="•"/>
            </a:pPr>
            <a:r>
              <a:rPr lang="en-US" sz="1800"/>
              <a:t>Avtomatlashtirish jarayonida dasturlashning roli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Kiberxavfsizlik va dasturlash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Kiberxavfsizlikning ahamiyati va muhimligi</a:t>
            </a:r>
          </a:p>
          <a:p>
            <a:pPr>
              <a:buFont typeface="Arial"/>
              <a:buChar char="•"/>
            </a:pPr>
            <a:r>
              <a:rPr lang="en-US" sz="1800"/>
              <a:t>Dasturlash va kiberxavfsizlikning bog'lanishi</a:t>
            </a:r>
          </a:p>
          <a:p>
            <a:pPr>
              <a:buFont typeface="Arial"/>
              <a:buChar char="•"/>
            </a:pPr>
            <a:r>
              <a:rPr lang="en-US" sz="1800"/>
              <a:t>Xavfsiz dasturlash prinsiplari va muammolar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Dasturlashning kelajagi: Yondashuv va innovatsiya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Yondashuv va innovatsiya rivojlanishi va dasturlashga ta'siri</a:t>
            </a:r>
          </a:p>
          <a:p>
            <a:pPr>
              <a:buFont typeface="Arial"/>
              <a:buChar char="•"/>
            </a:pPr>
            <a:r>
              <a:rPr lang="en-US" sz="1800"/>
              <a:t>Yangi dasturlash tillari va texnologiyalarning paydo bo'lishi</a:t>
            </a:r>
          </a:p>
          <a:p>
            <a:pPr>
              <a:buFont typeface="Arial"/>
              <a:buChar char="•"/>
            </a:pPr>
            <a:r>
              <a:rPr lang="en-US" sz="1800"/>
              <a:t>Dasturlash sohalarida yangiliklar va yangi yo'nalishlar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