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Multidasturlash asoslari: Tashkilotlar uchun muhim amal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Katta tashkilotlar uchun multidasturlash asosiy qo'llanmalar uchun muhimdir</a:t>
            </a:r>
          </a:p>
          <a:p>
            <a:pPr>
              <a:buFont typeface="Arial"/>
              <a:buChar char="•"/>
            </a:pPr>
            <a:r>
              <a:rPr lang="en-US" sz="1800"/>
              <a:t>SAP va Oracle kabi tashkilotlarni boshqarish dasturlarida multidasturlash amaliyotlar mavjud</a:t>
            </a:r>
          </a:p>
          <a:p>
            <a:pPr>
              <a:buFont typeface="Arial"/>
              <a:buChar char="•"/>
            </a:pPr>
            <a:r>
              <a:rPr lang="en-US" sz="1800"/>
              <a:t>Tashkilotlar multidasturlash yordamida muvaffaqiyatli korxonalarga aylantirishga yordam beradi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Dinamik ko'pliklar: Multidasturlashning asosiy qoidalari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Ko'pliklar multidasturlash uchun asosiy qoidalardir</a:t>
            </a:r>
          </a:p>
          <a:p>
            <a:pPr>
              <a:buFont typeface="Arial"/>
              <a:buChar char="•"/>
            </a:pPr>
            <a:r>
              <a:rPr lang="en-US" sz="1800"/>
              <a:t>Ko'pliklar qo'llanmasi yordamida bir nechta dasturlash tillaridan foydalanish mumkin</a:t>
            </a:r>
          </a:p>
          <a:p>
            <a:pPr>
              <a:buFont typeface="Arial"/>
              <a:buChar char="•"/>
            </a:pPr>
            <a:r>
              <a:rPr lang="en-US" sz="1800"/>
              <a:t>Ko'pliklar yordamida kod qayta ishlanishi va o'zgartirilishi oson bo'ladi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Tenglaydi: Multidasturlashning asosiy tushunchasi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Tenglash multidasturlashning asosiy tushunchasidir</a:t>
            </a:r>
          </a:p>
          <a:p>
            <a:pPr>
              <a:buFont typeface="Arial"/>
              <a:buChar char="•"/>
            </a:pPr>
            <a:r>
              <a:rPr lang="en-US" sz="1800"/>
              <a:t>Tenglash yordamida bir nechta dasturlash tillaridan foydalaniladi</a:t>
            </a:r>
          </a:p>
          <a:p>
            <a:pPr>
              <a:buFont typeface="Arial"/>
              <a:buChar char="•"/>
            </a:pPr>
            <a:r>
              <a:rPr lang="en-US" sz="1800"/>
              <a:t>Tenglash orqali dasturlash tillaridagi kodlarning bir-biriga bog'lanishi osonlashtiriladi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Qo'llash maqsadi: Multidasturlashga nima uchun ehtiyot bo'lish kerak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Multidasturlash yordamida dasturlash tilini tanlash va uni qo'llash oson bo'ladi</a:t>
            </a:r>
          </a:p>
          <a:p>
            <a:pPr>
              <a:buFont typeface="Arial"/>
              <a:buChar char="•"/>
            </a:pPr>
            <a:r>
              <a:rPr lang="en-US" sz="1800"/>
              <a:t>Qo'llash o'rganish uchun uzluksiz vaqt sarflanishi kerak bo'ladi</a:t>
            </a:r>
          </a:p>
          <a:p>
            <a:pPr>
              <a:buFont typeface="Arial"/>
              <a:buChar char="•"/>
            </a:pPr>
            <a:r>
              <a:rPr lang="en-US" sz="1800"/>
              <a:t>Dasturlash tillarini qo'llashni o'rganish yordamida uni tanlash va uni boshqarish oson bo'ladi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Modul tizimlari: Multidasturlashning asosiy tizimlari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Modul tizimlari multidasturlash uchun asosiy tizimlardir</a:t>
            </a:r>
          </a:p>
          <a:p>
            <a:pPr>
              <a:buFont typeface="Arial"/>
              <a:buChar char="•"/>
            </a:pPr>
            <a:r>
              <a:rPr lang="en-US" sz="1800"/>
              <a:t>Modul tizimlari yordamida dasturlar bo'lib turadigan modullar bir-biridan ajratiladi</a:t>
            </a:r>
          </a:p>
          <a:p>
            <a:pPr>
              <a:buFont typeface="Arial"/>
              <a:buChar char="•"/>
            </a:pPr>
            <a:r>
              <a:rPr lang="en-US" sz="1800"/>
              <a:t>Modul tizimlari yordamida dasturlash jarayonlari oson va tizimli bo'ladi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Obyektga orientatsiya: Multidasturlashning asosiy prinsiplari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Obyektga orientatsiyasi multidasturlashning asosiy prinsiplaridan biridir</a:t>
            </a:r>
          </a:p>
          <a:p>
            <a:pPr>
              <a:buFont typeface="Arial"/>
              <a:buChar char="•"/>
            </a:pPr>
            <a:r>
              <a:rPr lang="en-US" sz="1800"/>
              <a:t>Dasturlash asosida obyektlar bilan ishlash oson va tizimli bo'ladi</a:t>
            </a:r>
          </a:p>
          <a:p>
            <a:pPr>
              <a:buFont typeface="Arial"/>
              <a:buChar char="•"/>
            </a:pPr>
            <a:r>
              <a:rPr lang="en-US" sz="1800"/>
              <a:t>Obyektlar yordamida kodning qayta ishlanishi va o'zgartirilishi oson bo'ladi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Asosiy funksiyalar: Multidasturlash uchun muhim qo'llanmalar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Asosiy funksiyalar multidasturlash uchun muhim qo'llanmalardir</a:t>
            </a:r>
          </a:p>
          <a:p>
            <a:pPr>
              <a:buFont typeface="Arial"/>
              <a:buChar char="•"/>
            </a:pPr>
            <a:r>
              <a:rPr lang="en-US" sz="1800"/>
              <a:t>Asosiy funksiyalar yordamida dasturlar qo'llanmalardan ajratiladi va doimiy qo'llanma sifatida qoladi</a:t>
            </a:r>
          </a:p>
          <a:p>
            <a:pPr>
              <a:buFont typeface="Arial"/>
              <a:buChar char="•"/>
            </a:pPr>
            <a:r>
              <a:rPr lang="en-US" sz="1800"/>
              <a:t>Asosiy funksiyalar yordamida kodning qayta ishlanishi va o'zgartirilishi oson va tizimli bo'ladi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Interfeyslar: Multidasturlash uchun muhim qo'llanmalar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Interfeyslar multidasturlash uchun muhim qo'llanmalardir</a:t>
            </a:r>
          </a:p>
          <a:p>
            <a:pPr>
              <a:buFont typeface="Arial"/>
              <a:buChar char="•"/>
            </a:pPr>
            <a:r>
              <a:rPr lang="en-US" sz="1800"/>
              <a:t>Interfeyslar yordamida bir nechta dasturlash tillaridan foydalanish mumkin</a:t>
            </a:r>
          </a:p>
          <a:p>
            <a:pPr>
              <a:buFont typeface="Arial"/>
              <a:buChar char="•"/>
            </a:pPr>
            <a:r>
              <a:rPr lang="en-US" sz="1800"/>
              <a:t>Interfeyslar yordamida dasturlash tillaridagi kodlarning bir-biriga bog'lanishi oson va tizimli bo'ladi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Xatoliklar bilan ishlash: Multidasturlashning muhim qoidasi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Xatoliklar bilan ishlash multidasturlashning muhim qoidalardan biridir</a:t>
            </a:r>
          </a:p>
          <a:p>
            <a:pPr>
              <a:buFont typeface="Arial"/>
              <a:buChar char="•"/>
            </a:pPr>
            <a:r>
              <a:rPr lang="en-US" sz="1800"/>
              <a:t>Dasturlash jarayonida xatoliklar ro'y berishi mumkin va ularga moslashtirilgan qoidalarni bilish kerak</a:t>
            </a:r>
          </a:p>
          <a:p>
            <a:pPr>
              <a:buFont typeface="Arial"/>
              <a:buChar char="•"/>
            </a:pPr>
            <a:r>
              <a:rPr lang="en-US" sz="1800"/>
              <a:t>Xatoliklar bilan ishlash yordamida dasturlash jarayonlari tizimli va oson bo'ladi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Ko'p o'zgaruvchili dasturlash: Multidasturlashning asosiy tamoyili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Ko'p o'zgaruvchili dasturlash multidasturlashning asosiy tamoyilidan biridir</a:t>
            </a:r>
          </a:p>
          <a:p>
            <a:pPr>
              <a:buFont typeface="Arial"/>
              <a:buChar char="•"/>
            </a:pPr>
            <a:r>
              <a:rPr lang="en-US" sz="1800"/>
              <a:t>Dasturlash jarayonida bir nechta o'zgaruvchilar ishlatiladi va ularga moslashtirilgan qoidalarni bilish kerak</a:t>
            </a:r>
          </a:p>
          <a:p>
            <a:pPr>
              <a:buFont typeface="Arial"/>
              <a:buChar char="•"/>
            </a:pPr>
            <a:r>
              <a:rPr lang="en-US" sz="1800"/>
              <a:t>Ko'p o'zgaruvchili dasturlash yordamida kodning qayta ishlanishi va o'zgartirilishi oson va tizimli bo'ladi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