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Multidasturlash asoslari
Ozodbek Jalilov Operatsion tizim fani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Multidasturlash is the process of creating software systems using multiple programming languages and tools.</a:t>
            </a:r>
          </a:p>
          <a:p>
            <a:pPr>
              <a:buFont typeface="Arial"/>
              <a:buChar char="•"/>
            </a:pPr>
            <a:r>
              <a:rPr lang="en-US" sz="2000"/>
              <a:t>This approach allows for more flexibility and efficiency in software development.</a:t>
            </a:r>
          </a:p>
          <a:p>
            <a:pPr>
              <a:buFont typeface="Arial"/>
              <a:buChar char="•"/>
            </a:pPr>
            <a:r>
              <a:rPr lang="en-US" sz="2000"/>
              <a:t>It involves the integration of different programming languages, libraries, and frameworks.</a:t>
            </a:r>
          </a:p>
          <a:p>
            <a:pPr>
              <a:buFont typeface="Arial"/>
              <a:buChar char="•"/>
            </a:pPr>
            <a:r>
              <a:rPr lang="en-US" sz="2000"/>
              <a:t>It also requires a diverse team with knowledge in various programming languages.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219700" cy="3619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765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Benefits of Multidasturlash</a:t>
            </a:r>
          </a:p>
          <a:p>
            <a:pPr>
              <a:buFont typeface="Arial"/>
              <a:buChar char="•"/>
            </a:pPr>
            <a:r>
              <a:rPr lang="en-US" sz="1800"/>
              <a:t>Improved performance and scalability of software systems.</a:t>
            </a:r>
          </a:p>
          <a:p>
            <a:pPr>
              <a:buFont typeface="Arial"/>
              <a:buChar char="•"/>
            </a:pPr>
            <a:r>
              <a:rPr lang="en-US" sz="1800"/>
              <a:t>Reduced development time and costs.</a:t>
            </a:r>
          </a:p>
          <a:p>
            <a:pPr>
              <a:buFont typeface="Arial"/>
              <a:buChar char="•"/>
            </a:pPr>
            <a:r>
              <a:rPr lang="en-US" sz="1800"/>
              <a:t>Ability to utilize the strengths of different programming languages.</a:t>
            </a:r>
          </a:p>
          <a:p>
            <a:pPr>
              <a:buFont typeface="Arial"/>
              <a:buChar char="•"/>
            </a:pPr>
            <a:r>
              <a:rPr lang="en-US" sz="1800"/>
              <a:t>More efficient use of resources.</a:t>
            </a:r>
          </a:p>
          <a:p>
            <a:pPr>
              <a:buFont typeface="Arial"/>
              <a:buChar char="•"/>
            </a:pPr>
            <a:r>
              <a:rPr lang="en-US" sz="1800"/>
              <a:t>Greater flexibility to adapt to changing project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457700" cy="314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527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Examples of Multidasturlash in Use</a:t>
            </a:r>
          </a:p>
          <a:p>
            <a:pPr>
              <a:buFont typeface="Arial"/>
              <a:buChar char="•"/>
            </a:pPr>
            <a:r>
              <a:rPr lang="en-US" sz="1800"/>
              <a:t>Web development using HTML, CSS, JavaScript, and PHP.</a:t>
            </a:r>
          </a:p>
          <a:p>
            <a:pPr>
              <a:buFont typeface="Arial"/>
              <a:buChar char="•"/>
            </a:pPr>
            <a:r>
              <a:rPr lang="en-US" sz="1800"/>
              <a:t>Mobile app development using Java, Swift, and React Native.</a:t>
            </a:r>
          </a:p>
          <a:p>
            <a:pPr>
              <a:buFont typeface="Arial"/>
              <a:buChar char="•"/>
            </a:pPr>
            <a:r>
              <a:rPr lang="en-US" sz="1800"/>
              <a:t>Game development using C++, Unity, and Unreal Engine.</a:t>
            </a:r>
          </a:p>
          <a:p>
            <a:pPr>
              <a:buFont typeface="Arial"/>
              <a:buChar char="•"/>
            </a:pPr>
            <a:r>
              <a:rPr lang="en-US" sz="1800"/>
              <a:t>Artificial intelligence projects using Python, R, and TensorFlow.</a:t>
            </a:r>
          </a:p>
          <a:p>
            <a:pPr>
              <a:buFont typeface="Arial"/>
              <a:buChar char="•"/>
            </a:pPr>
            <a:r>
              <a:rPr lang="en-US" sz="1800"/>
              <a:t>Big data analysis using Java, Python, and Hadoop.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715000" cy="2540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27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Challenges in Multidasturlash</a:t>
            </a:r>
          </a:p>
          <a:p>
            <a:pPr>
              <a:buFont typeface="Arial"/>
              <a:buChar char="•"/>
            </a:pPr>
            <a:r>
              <a:rPr lang="en-US" sz="1800"/>
              <a:t>Increased complexity and potential for errors.</a:t>
            </a:r>
          </a:p>
          <a:p>
            <a:pPr>
              <a:buFont typeface="Arial"/>
              <a:buChar char="•"/>
            </a:pPr>
            <a:r>
              <a:rPr lang="en-US" sz="1800"/>
              <a:t>Difficulty in finding developers with expertise in multiple programming languages.</a:t>
            </a:r>
          </a:p>
          <a:p>
            <a:pPr>
              <a:buFont typeface="Arial"/>
              <a:buChar char="•"/>
            </a:pPr>
            <a:r>
              <a:rPr lang="en-US" sz="1800"/>
              <a:t>Integration issues between different programming languages and tools.</a:t>
            </a:r>
          </a:p>
          <a:p>
            <a:pPr>
              <a:buFont typeface="Arial"/>
              <a:buChar char="•"/>
            </a:pPr>
            <a:r>
              <a:rPr lang="en-US" sz="1800"/>
              <a:t>Potential for conflicts between team members with different language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321300" cy="3213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6637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Best Practices for Multidasturlash</a:t>
            </a:r>
          </a:p>
          <a:p>
            <a:pPr>
              <a:buFont typeface="Arial"/>
              <a:buChar char="•"/>
            </a:pPr>
            <a:r>
              <a:rPr lang="en-US" sz="1800"/>
              <a:t>Careful planning and selection of programming languages and tools.</a:t>
            </a:r>
          </a:p>
          <a:p>
            <a:pPr>
              <a:buFont typeface="Arial"/>
              <a:buChar char="•"/>
            </a:pPr>
            <a:r>
              <a:rPr lang="en-US" sz="1800"/>
              <a:t>Effective communication and collaboration within the development team.</a:t>
            </a:r>
          </a:p>
          <a:p>
            <a:pPr>
              <a:buFont typeface="Arial"/>
              <a:buChar char="•"/>
            </a:pPr>
            <a:r>
              <a:rPr lang="en-US" sz="1800"/>
              <a:t>Regular testing and debugging to identify and resolve any integration issues.</a:t>
            </a:r>
          </a:p>
          <a:p>
            <a:pPr>
              <a:buFont typeface="Arial"/>
              <a:buChar char="•"/>
            </a:pPr>
            <a:r>
              <a:rPr lang="en-US" sz="1800"/>
              <a:t>Utilizing design patterns and software architecture principles to ensure compatibility and maintainability.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003800" cy="3644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981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Future of Multidasturlash</a:t>
            </a:r>
          </a:p>
          <a:p>
            <a:pPr>
              <a:buFont typeface="Arial"/>
              <a:buChar char="•"/>
            </a:pPr>
            <a:r>
              <a:rPr lang="en-US" sz="1800"/>
              <a:t>Continued growth and adoption in software development.</a:t>
            </a:r>
          </a:p>
          <a:p>
            <a:pPr>
              <a:buFont typeface="Arial"/>
              <a:buChar char="•"/>
            </a:pPr>
            <a:r>
              <a:rPr lang="en-US" sz="1800"/>
              <a:t>Potential for more advanced and specialized programming languages and tools.</a:t>
            </a:r>
          </a:p>
          <a:p>
            <a:pPr>
              <a:buFont typeface="Arial"/>
              <a:buChar char="•"/>
            </a:pPr>
            <a:r>
              <a:rPr lang="en-US" sz="1800"/>
              <a:t>Integration with emerging technologies such as artificial intelligence and virtual reality.</a:t>
            </a:r>
          </a:p>
          <a:p>
            <a:pPr>
              <a:buFont typeface="Arial"/>
              <a:buChar char="•"/>
            </a:pPr>
            <a:r>
              <a:rPr lang="en-US" sz="1800"/>
              <a:t>Greater demand for developers with multidasturlash skills.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826000" cy="307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159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Multidasturlash vs Monodasturlash</a:t>
            </a:r>
          </a:p>
          <a:p>
            <a:pPr>
              <a:buFont typeface="Arial"/>
              <a:buChar char="•"/>
            </a:pPr>
            <a:r>
              <a:rPr lang="en-US" sz="1800"/>
              <a:t>Multidasturlash allows for greater flexibility and efficiency compared to monodasturlash.</a:t>
            </a:r>
          </a:p>
          <a:p>
            <a:pPr>
              <a:buFont typeface="Arial"/>
              <a:buChar char="•"/>
            </a:pPr>
            <a:r>
              <a:rPr lang="en-US" sz="1800"/>
              <a:t>Monodasturlash limits developers to a single programming language, which may not be the best fit for the project.</a:t>
            </a:r>
          </a:p>
          <a:p>
            <a:pPr>
              <a:buFont typeface="Arial"/>
              <a:buChar char="•"/>
            </a:pPr>
            <a:r>
              <a:rPr lang="en-US" sz="1800"/>
              <a:t>Multidasturlash allows for easier integration of new technologies and updates.</a:t>
            </a:r>
          </a:p>
          <a:p>
            <a:pPr>
              <a:buFont typeface="Arial"/>
              <a:buChar char="•"/>
            </a:pPr>
            <a:r>
              <a:rPr lang="en-US" sz="1800"/>
              <a:t>Monodasturlash may result in longer development times and higher costs.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727700" cy="2781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257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Multidasturlash in Education</a:t>
            </a:r>
          </a:p>
          <a:p>
            <a:pPr>
              <a:buFont typeface="Arial"/>
              <a:buChar char="•"/>
            </a:pPr>
            <a:r>
              <a:rPr lang="en-US" sz="1800"/>
              <a:t>Increasing incorporation of multidasturlash in computer science and software engineering curriculums.</a:t>
            </a:r>
          </a:p>
          <a:p>
            <a:pPr>
              <a:buFont typeface="Arial"/>
              <a:buChar char="•"/>
            </a:pPr>
            <a:r>
              <a:rPr lang="en-US" sz="1800"/>
              <a:t>Preparation of students for the diverse and constantly evolving technology industry.</a:t>
            </a:r>
          </a:p>
          <a:p>
            <a:pPr>
              <a:buFont typeface="Arial"/>
              <a:buChar char="•"/>
            </a:pPr>
            <a:r>
              <a:rPr lang="en-US" sz="1800"/>
              <a:t>Exposure to different programming languages and tools to develop well-rounded developers.</a:t>
            </a:r>
          </a:p>
          <a:p>
            <a:pPr>
              <a:buFont typeface="Arial"/>
              <a:buChar char="•"/>
            </a:pPr>
            <a:r>
              <a:rPr lang="en-US" sz="1800"/>
              <a:t>Opportunities for students to work on real-world multidasturlash projects.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130800" cy="304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854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Multidasturlash in Business</a:t>
            </a:r>
          </a:p>
          <a:p>
            <a:pPr>
              <a:buFont typeface="Arial"/>
              <a:buChar char="•"/>
            </a:pPr>
            <a:r>
              <a:rPr lang="en-US" sz="1800"/>
              <a:t>Growing demand for multidasturlash in the business world.</a:t>
            </a:r>
          </a:p>
          <a:p>
            <a:pPr>
              <a:buFont typeface="Arial"/>
              <a:buChar char="•"/>
            </a:pPr>
            <a:r>
              <a:rPr lang="en-US" sz="1800"/>
              <a:t>Ability to create more efficient and effective software systems.</a:t>
            </a:r>
          </a:p>
          <a:p>
            <a:pPr>
              <a:buFont typeface="Arial"/>
              <a:buChar char="•"/>
            </a:pPr>
            <a:r>
              <a:rPr lang="en-US" sz="1800"/>
              <a:t>Opportunities for businesses to stay ahead of competitors by utilizing a diverse range of programming languages and tools.</a:t>
            </a:r>
          </a:p>
          <a:p>
            <a:pPr>
              <a:buFont typeface="Arial"/>
              <a:buChar char="•"/>
            </a:pPr>
            <a:r>
              <a:rPr lang="en-US" sz="1800"/>
              <a:t>Potential for cost savings and increased profits through improved software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521200" cy="2959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463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Conclusion</a:t>
            </a:r>
          </a:p>
          <a:p>
            <a:pPr>
              <a:buFont typeface="Arial"/>
              <a:buChar char="•"/>
            </a:pPr>
            <a:r>
              <a:rPr lang="en-US" sz="1800"/>
              <a:t>Multidasturlash is the future of software development, offering greater flexibility, efficiency, and performance.</a:t>
            </a:r>
          </a:p>
          <a:p>
            <a:pPr>
              <a:buFont typeface="Arial"/>
              <a:buChar char="•"/>
            </a:pPr>
            <a:r>
              <a:rPr lang="en-US" sz="1800"/>
              <a:t>It involves the integration of various programming languages and tools to create powerful and adaptable software systems.</a:t>
            </a:r>
          </a:p>
          <a:p>
            <a:pPr>
              <a:buFont typeface="Arial"/>
              <a:buChar char="•"/>
            </a:pPr>
            <a:r>
              <a:rPr lang="en-US" sz="1800"/>
              <a:t>Challenges can be overcome through careful planning, communication, and best practices.</a:t>
            </a:r>
          </a:p>
          <a:p>
            <a:pPr>
              <a:buFont typeface="Arial"/>
              <a:buChar char="•"/>
            </a:pPr>
            <a:r>
              <a:rPr lang="en-US" sz="1800"/>
              <a:t>Multidasturlash has a wide range of applications and is constantly evolving with new technologies.</a:t>
            </a:r>
          </a:p>
          <a:p>
            <a:pPr>
              <a:buFont typeface="Arial"/>
              <a:buChar char="•"/>
            </a:pPr>
            <a:r>
              <a:rPr lang="en-US" sz="1800"/>
              <a:t>Educational institutions and businesses alike are recognizing the importance and benefits of multidasturlash.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