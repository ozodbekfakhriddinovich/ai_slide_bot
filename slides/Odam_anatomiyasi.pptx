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Slide 1: Introduction to Odam Anatomiyasi</a:t>
            </a:r>
          </a:p>
          <a:p>
            <a:pPr algn="l">
              <a:defRPr/>
            </a:pPr>
            <a:r>
              <a:rPr lang="en-US"/>
              <a:t>- Definition of Odam Anatomiyasi</a:t>
            </a:r>
          </a:p>
          <a:p>
            <a:pPr algn="l">
              <a:defRPr/>
            </a:pPr>
            <a:r>
              <a:rPr lang="en-US"/>
              <a:t>- Importance of studying Odam Anatomiyasi</a:t>
            </a:r>
          </a:p>
          <a:p>
            <a:pPr algn="l">
              <a:defRPr/>
            </a:pPr>
            <a:r>
              <a:rPr lang="en-US"/>
              <a:t>- Overview of what will be covered in the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Slide 2: Anatomik Terimler</a:t>
            </a:r>
          </a:p>
          <a:p>
            <a:pPr algn="l">
              <a:defRPr/>
            </a:pPr>
            <a:r>
              <a:rPr lang="en-US"/>
              <a:t>- Explanation of anatomical terminology</a:t>
            </a:r>
          </a:p>
          <a:p>
            <a:pPr algn="l">
              <a:defRPr/>
            </a:pPr>
            <a:r>
              <a:rPr lang="en-US"/>
              <a:t>- Examples of commonly used terms</a:t>
            </a:r>
          </a:p>
          <a:p>
            <a:pPr algn="l">
              <a:defRPr/>
            </a:pPr>
            <a:r>
              <a:rPr lang="en-US"/>
              <a:t>- Importance of understanding terminology in Odam Anatomiyasi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Slide 3: Vücut Sistemleri</a:t>
            </a:r>
          </a:p>
          <a:p>
            <a:pPr algn="l">
              <a:defRPr/>
            </a:pPr>
            <a:r>
              <a:rPr lang="en-US"/>
              <a:t>- Overview of the different systems in the body</a:t>
            </a:r>
          </a:p>
          <a:p>
            <a:pPr algn="l">
              <a:defRPr/>
            </a:pPr>
            <a:r>
              <a:rPr lang="en-US"/>
              <a:t>- Function of each system</a:t>
            </a:r>
          </a:p>
          <a:p>
            <a:pPr algn="l">
              <a:defRPr/>
            </a:pPr>
            <a:r>
              <a:rPr lang="en-US"/>
              <a:t>- Interconnectedness of the systems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Slide 4: Kas Sistemi</a:t>
            </a:r>
          </a:p>
          <a:p>
            <a:pPr algn="l">
              <a:defRPr/>
            </a:pPr>
            <a:r>
              <a:rPr lang="en-US"/>
              <a:t>- Structure and function of the muscular system</a:t>
            </a:r>
          </a:p>
          <a:p>
            <a:pPr algn="l">
              <a:defRPr/>
            </a:pPr>
            <a:r>
              <a:rPr lang="en-US"/>
              <a:t>- Types of muscles in the body</a:t>
            </a:r>
          </a:p>
          <a:p>
            <a:pPr algn="l">
              <a:defRPr/>
            </a:pPr>
            <a:r>
              <a:rPr lang="en-US"/>
              <a:t>- Importance of the muscular system in movement and support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Slide 5: Sinir Sistemi</a:t>
            </a:r>
          </a:p>
          <a:p>
            <a:pPr algn="l">
              <a:defRPr/>
            </a:pPr>
            <a:r>
              <a:rPr lang="en-US"/>
              <a:t>- Explanation of the nervous system</a:t>
            </a:r>
          </a:p>
          <a:p>
            <a:pPr algn="l">
              <a:defRPr/>
            </a:pPr>
            <a:r>
              <a:rPr lang="en-US"/>
              <a:t>- Role of the brain, spinal cord, and nerves in the body</a:t>
            </a:r>
          </a:p>
          <a:p>
            <a:pPr algn="l">
              <a:defRPr/>
            </a:pPr>
            <a:r>
              <a:rPr lang="en-US"/>
              <a:t>- Importance of the nervous system in communication and control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Slide 6: Sindirim Sistemi</a:t>
            </a:r>
          </a:p>
          <a:p>
            <a:pPr algn="l">
              <a:defRPr/>
            </a:pPr>
            <a:r>
              <a:rPr lang="en-US"/>
              <a:t>- Structure and function of the digestive system</a:t>
            </a:r>
          </a:p>
          <a:p>
            <a:pPr algn="l">
              <a:defRPr/>
            </a:pPr>
            <a:r>
              <a:rPr lang="en-US"/>
              <a:t>- Process of digestion and absorption of nutrients</a:t>
            </a:r>
          </a:p>
          <a:p>
            <a:pPr algn="l">
              <a:defRPr/>
            </a:pPr>
            <a:r>
              <a:rPr lang="en-US"/>
              <a:t>- Common disorders of the digestive system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Slide 7: Solunum Sistemi</a:t>
            </a:r>
          </a:p>
          <a:p>
            <a:pPr algn="l">
              <a:defRPr/>
            </a:pPr>
            <a:r>
              <a:rPr lang="en-US"/>
              <a:t>- Overview of the respiratory system</a:t>
            </a:r>
          </a:p>
          <a:p>
            <a:pPr algn="l">
              <a:defRPr/>
            </a:pPr>
            <a:r>
              <a:rPr lang="en-US"/>
              <a:t>- Function of the lungs and airways</a:t>
            </a:r>
          </a:p>
          <a:p>
            <a:pPr algn="l">
              <a:defRPr/>
            </a:pPr>
            <a:r>
              <a:rPr lang="en-US"/>
              <a:t>- Importance of respiration in gas exchange and cellular respiration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Slide 8: Dolaşım Sistemi</a:t>
            </a:r>
          </a:p>
          <a:p>
            <a:pPr algn="l">
              <a:defRPr/>
            </a:pPr>
            <a:r>
              <a:rPr lang="en-US"/>
              <a:t>- Explanation of the circulatory system</a:t>
            </a:r>
          </a:p>
          <a:p>
            <a:pPr algn="l">
              <a:defRPr/>
            </a:pPr>
            <a:r>
              <a:rPr lang="en-US"/>
              <a:t>- Components of the system (heart, blood vessels, blood)</a:t>
            </a:r>
          </a:p>
          <a:p>
            <a:pPr algn="l">
              <a:defRPr/>
            </a:pPr>
            <a:r>
              <a:rPr lang="en-US"/>
              <a:t>- Importance of circulation in transporting oxygen and nutrients throughout the body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Slide 9: Ürogenital Sistem</a:t>
            </a:r>
          </a:p>
          <a:p>
            <a:pPr algn="l">
              <a:defRPr/>
            </a:pPr>
            <a:r>
              <a:rPr lang="en-US"/>
              <a:t>- Structure and function of the urinary and reproductive systems</a:t>
            </a:r>
          </a:p>
          <a:p>
            <a:pPr algn="l">
              <a:defRPr/>
            </a:pPr>
            <a:r>
              <a:rPr lang="en-US"/>
              <a:t>- Role in waste removal and reproduction</a:t>
            </a:r>
          </a:p>
          <a:p>
            <a:pPr algn="l">
              <a:defRPr/>
            </a:pPr>
            <a:r>
              <a:rPr lang="en-US"/>
              <a:t>- Common disorders of the urogenital system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Slide 10: Odam Anatomiyasi ve Sağlık</a:t>
            </a:r>
          </a:p>
          <a:p>
            <a:pPr algn="l">
              <a:defRPr/>
            </a:pPr>
            <a:r>
              <a:rPr lang="en-US"/>
              <a:t>- Importance of understanding Odam Anatomiyasi in maintaining good health</a:t>
            </a:r>
          </a:p>
          <a:p>
            <a:pPr algn="l">
              <a:defRPr/>
            </a:pPr>
            <a:r>
              <a:rPr lang="en-US"/>
              <a:t>- Role of the body's systems in preventing and fighting diseases</a:t>
            </a:r>
          </a:p>
          <a:p>
            <a:pPr algn="l">
              <a:defRPr/>
            </a:pPr>
            <a:r>
              <a:rPr lang="en-US"/>
              <a:t>- Tips for maintaining a healthy body based on Odam Anatomiyasi principles.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