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 anatomiyasining asosiy qismlari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Bosh, bo'yin va yuz qismlari</a:t>
            </a:r>
          </a:p>
          <a:p>
            <a:pPr>
              <a:buFont typeface="Arial"/>
              <a:buChar char="•"/>
            </a:pPr>
            <a:r>
              <a:rPr lang="en-US" sz="1800"/>
              <a:t>Torso va qo'l qismlari</a:t>
            </a:r>
          </a:p>
          <a:p>
            <a:pPr>
              <a:buFont typeface="Arial"/>
              <a:buChar char="•"/>
            </a:pPr>
            <a:r>
              <a:rPr lang="en-US" sz="1800"/>
              <a:t>Oyoq va oyoq qismlari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Bosh, bo'yin va yuz qismlari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Bosh: tiling, quyruq, cheksiz, quloq</a:t>
            </a:r>
          </a:p>
          <a:p>
            <a:pPr>
              <a:buFont typeface="Arial"/>
              <a:buChar char="•"/>
            </a:pPr>
            <a:r>
              <a:rPr lang="en-US" sz="1800"/>
              <a:t>Bo'yin: qon yoshlari, aksilar, oyna</a:t>
            </a:r>
          </a:p>
          <a:p>
            <a:pPr>
              <a:buFont typeface="Arial"/>
              <a:buChar char="•"/>
            </a:pPr>
            <a:r>
              <a:rPr lang="en-US" sz="1800"/>
              <a:t>Yuz: ko'zlar, egriq, qo'l, og'iz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Torso va qo'l qismlari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Torso: ko'krak, qorin, yelkan, og'riq</a:t>
            </a:r>
          </a:p>
          <a:p>
            <a:pPr>
              <a:buFont typeface="Arial"/>
              <a:buChar char="•"/>
            </a:pPr>
            <a:r>
              <a:rPr lang="en-US" sz="1800"/>
              <a:t>Qo'l: qo'l boshqaruv, urug'lar, qo'l sochlar</a:t>
            </a:r>
          </a:p>
          <a:p>
            <a:pPr>
              <a:buFont typeface="Arial"/>
              <a:buChar char="•"/>
            </a:pPr>
            <a:r>
              <a:rPr lang="en-US" sz="1800"/>
              <a:t>Qo'l boshqaruv tizimi: barmoqlar, qo'l muskulining yo'li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Oyoq va oyoq qismlari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Oyoq: oyoq boshqaruv, oyoq muskulining yo'li</a:t>
            </a:r>
          </a:p>
          <a:p>
            <a:pPr>
              <a:buFont typeface="Arial"/>
              <a:buChar char="•"/>
            </a:pPr>
            <a:r>
              <a:rPr lang="en-US" sz="1800"/>
              <a:t>Oyoq boshqaruv tizimi: to'pog'riq, to'pog'riq sochlar</a:t>
            </a:r>
          </a:p>
          <a:p>
            <a:pPr>
              <a:buFont typeface="Arial"/>
              <a:buChar char="•"/>
            </a:pPr>
            <a:r>
              <a:rPr lang="en-US" sz="1800"/>
              <a:t>Oyoq muskulining yo'li: oyoq muskulining yo'li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Odamning muskullari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Bosh muskullari: pectoralis major, deltoid, latissimus dorsi</a:t>
            </a:r>
          </a:p>
          <a:p>
            <a:pPr>
              <a:buFont typeface="Arial"/>
              <a:buChar char="•"/>
            </a:pPr>
            <a:r>
              <a:rPr lang="en-US" sz="1800"/>
              <a:t>Torso muskullari: abdominis, obliques, erector spinae</a:t>
            </a:r>
          </a:p>
          <a:p>
            <a:pPr>
              <a:buFont typeface="Arial"/>
              <a:buChar char="•"/>
            </a:pPr>
            <a:r>
              <a:rPr lang="en-US" sz="1800"/>
              <a:t>Qo'l muskullari: biceps, triceps, flexor carpi radialis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Odamning ichki organlari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Yurak: qizil muskul, qon ko'rish, oqsil qon to'kishi</a:t>
            </a:r>
          </a:p>
          <a:p>
            <a:pPr>
              <a:buFont typeface="Arial"/>
              <a:buChar char="•"/>
            </a:pPr>
            <a:r>
              <a:rPr lang="en-US" sz="1800"/>
              <a:t>Qon so'roqlik tizimi: arteriya, venalar, kapillyarlar</a:t>
            </a:r>
          </a:p>
          <a:p>
            <a:pPr>
              <a:buFont typeface="Arial"/>
              <a:buChar char="•"/>
            </a:pPr>
            <a:r>
              <a:rPr lang="en-US" sz="1800"/>
              <a:t>Ichki organlar: qon kislotasi, qonlar, ikki ko'ngil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Odamning nerv tizimi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Ko'zlar: ko'zlar, optik nerv, retina</a:t>
            </a:r>
          </a:p>
          <a:p>
            <a:pPr>
              <a:buFont typeface="Arial"/>
              <a:buChar char="•"/>
            </a:pPr>
            <a:r>
              <a:rPr lang="en-US" sz="1800"/>
              <a:t>Quloq: quloq, quloq tumani, quloq tumani</a:t>
            </a:r>
          </a:p>
          <a:p>
            <a:pPr>
              <a:buFont typeface="Arial"/>
              <a:buChar char="•"/>
            </a:pPr>
            <a:r>
              <a:rPr lang="en-US" sz="1800"/>
              <a:t>Tizim: nervning tuzilishi, nervlar va nerv qismi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Odamning oshqozon tizimi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Yurak: qadimiy oshqozon, qon ko'rish, oqsil qon to'kishi</a:t>
            </a:r>
          </a:p>
          <a:p>
            <a:pPr>
              <a:buFont typeface="Arial"/>
              <a:buChar char="•"/>
            </a:pPr>
            <a:r>
              <a:rPr lang="en-US" sz="1800"/>
              <a:t>Qon so'roqlik tizimi: arteriya, venalar, kapillyarlar</a:t>
            </a:r>
          </a:p>
          <a:p>
            <a:pPr>
              <a:buFont typeface="Arial"/>
              <a:buChar char="•"/>
            </a:pPr>
            <a:r>
              <a:rPr lang="en-US" sz="1800"/>
              <a:t>Ichki organlar: qon kislotasi, qonlar, ikki ko'ngil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Odamning uning holatlarini o'rganish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Qonlar: qonlar va qonlar, qonlanish va qonlanish</a:t>
            </a:r>
          </a:p>
          <a:p>
            <a:pPr>
              <a:buFont typeface="Arial"/>
              <a:buChar char="•"/>
            </a:pPr>
            <a:r>
              <a:rPr lang="en-US" sz="1800"/>
              <a:t>Qonlar: qonlanish va qonlanish, qonlanish va qonlanish</a:t>
            </a:r>
          </a:p>
          <a:p>
            <a:pPr>
              <a:buFont typeface="Arial"/>
              <a:buChar char="•"/>
            </a:pPr>
            <a:r>
              <a:rPr lang="en-US" sz="1800"/>
              <a:t>Halqalar: urush, zoblash, yurish va yurish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254000"/>
            <a:ext cx="7620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r>
              <a:rPr lang="en-US" sz="2400" b="true"/>
              <a:t>Odamning fiziologiyasi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1270000"/>
            <a:ext cx="7620000" cy="381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ru-RU"/>
              <a:t/>
            </a:r>
            <a:endParaRPr lang="en-US" sz="1100"/>
          </a:p>
          <a:p>
            <a:pPr>
              <a:buFont typeface="Arial"/>
              <a:buChar char="•"/>
            </a:pPr>
            <a:r>
              <a:rPr lang="en-US" sz="1800"/>
              <a:t>Havo almashinuvi: oksigen va karbondioksit almashinuvi</a:t>
            </a:r>
          </a:p>
          <a:p>
            <a:pPr>
              <a:buFont typeface="Arial"/>
              <a:buChar char="•"/>
            </a:pPr>
            <a:r>
              <a:rPr lang="en-US" sz="1800"/>
              <a:t>Qon qarshiligi: oksigen va karbondioksit almashinuvi</a:t>
            </a:r>
          </a:p>
          <a:p>
            <a:pPr>
              <a:buFont typeface="Arial"/>
              <a:buChar char="•"/>
            </a:pPr>
            <a:r>
              <a:rPr lang="en-US" sz="1800"/>
              <a:t>Qon uchish: qon yoyilishi va qon yoyilishi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