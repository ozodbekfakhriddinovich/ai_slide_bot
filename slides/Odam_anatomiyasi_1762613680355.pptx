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 Anatomiyasining Asosiy Tushunchalari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Anatomiya nima?</a:t>
            </a:r>
          </a:p>
          <a:p>
            <a:pPr>
              <a:buFont typeface="Arial"/>
              <a:buChar char="•"/>
            </a:pPr>
            <a:r>
              <a:rPr lang="en-US" sz="1800"/>
              <a:t>Odam anatomiyasining maqsadi</a:t>
            </a:r>
          </a:p>
          <a:p>
            <a:pPr>
              <a:buFont typeface="Arial"/>
              <a:buChar char="•"/>
            </a:pPr>
            <a:r>
              <a:rPr lang="en-US" sz="1800"/>
              <a:t>Odam anatomiyasining asosiy bo'limlari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Tuzilishi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Qopqoq tana tuzilishi</a:t>
            </a:r>
          </a:p>
          <a:p>
            <a:pPr>
              <a:buFont typeface="Arial"/>
              <a:buChar char="•"/>
            </a:pPr>
            <a:r>
              <a:rPr lang="en-US" sz="1800"/>
              <a:t>Musqayish tana tuzilishi</a:t>
            </a:r>
          </a:p>
          <a:p>
            <a:pPr>
              <a:buFont typeface="Arial"/>
              <a:buChar char="•"/>
            </a:pPr>
            <a:r>
              <a:rPr lang="en-US" sz="1800"/>
              <a:t>Kasalliklar va uning sabablari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Ichki Organlarining Tuzilishi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Ichki organlar va ularga tegishli vazifalari</a:t>
            </a:r>
          </a:p>
          <a:p>
            <a:pPr>
              <a:buFont typeface="Arial"/>
              <a:buChar char="•"/>
            </a:pPr>
            <a:r>
              <a:rPr lang="en-US" sz="1800"/>
              <a:t>Qon tizimi</a:t>
            </a:r>
          </a:p>
          <a:p>
            <a:pPr>
              <a:buFont typeface="Arial"/>
              <a:buChar char="•"/>
            </a:pPr>
            <a:r>
              <a:rPr lang="en-US" sz="1800"/>
              <a:t>Odamning tana harakatlari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Tuzulish Birlashmalari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Sustki organlar</a:t>
            </a:r>
          </a:p>
          <a:p>
            <a:pPr>
              <a:buFont typeface="Arial"/>
              <a:buChar char="•"/>
            </a:pPr>
            <a:r>
              <a:rPr lang="en-US" sz="1800"/>
              <a:t>Ichki organlar va sustki organlar bilan bog'liq vazifalari</a:t>
            </a:r>
          </a:p>
          <a:p>
            <a:pPr>
              <a:buFont typeface="Arial"/>
              <a:buChar char="•"/>
            </a:pPr>
            <a:r>
              <a:rPr lang="en-US" sz="1800"/>
              <a:t>Sustki organlarni muhofaza qilish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Tuzulish Birlashmalari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Tana tuzulish birlashmalari va ularga tegishli muhim organlar</a:t>
            </a:r>
          </a:p>
          <a:p>
            <a:pPr>
              <a:buFont typeface="Arial"/>
              <a:buChar char="•"/>
            </a:pPr>
            <a:r>
              <a:rPr lang="en-US" sz="1800"/>
              <a:t>Kasalliklar va ularga sabab bo'lgan tana tuzulish birlashmalari</a:t>
            </a:r>
          </a:p>
          <a:p>
            <a:pPr>
              <a:buFont typeface="Arial"/>
              <a:buChar char="•"/>
            </a:pPr>
            <a:r>
              <a:rPr lang="en-US" sz="1800"/>
              <a:t>Tana tuzulish birlashmalari bilan bog'liq amaliyotlar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Atrof-Musqayish Tuzilishi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Atrof tuzilishi va uning ahamiyati</a:t>
            </a:r>
          </a:p>
          <a:p>
            <a:pPr>
              <a:buFont typeface="Arial"/>
              <a:buChar char="•"/>
            </a:pPr>
            <a:r>
              <a:rPr lang="en-US" sz="1800"/>
              <a:t>Musqayish tuzilishi va uning vazifalari</a:t>
            </a:r>
          </a:p>
          <a:p>
            <a:pPr>
              <a:buFont typeface="Arial"/>
              <a:buChar char="•"/>
            </a:pPr>
            <a:r>
              <a:rPr lang="en-US" sz="1800"/>
              <a:t>Atrof va musqayish tuzilishining bog'liqligi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Tuzilishining Boshqa Bo'limlari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Tana tuzilishining tashqi va ichki qismi</a:t>
            </a:r>
          </a:p>
          <a:p>
            <a:pPr>
              <a:buFont typeface="Arial"/>
              <a:buChar char="•"/>
            </a:pPr>
            <a:r>
              <a:rPr lang="en-US" sz="1800"/>
              <a:t>Tana tuzilishining asbob-uskunalari</a:t>
            </a:r>
          </a:p>
          <a:p>
            <a:pPr>
              <a:buFont typeface="Arial"/>
              <a:buChar char="•"/>
            </a:pPr>
            <a:r>
              <a:rPr lang="en-US" sz="1800"/>
              <a:t>Tana tuzilishining tarkibiy qismi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Tuzilishining Asbob-uskunalari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Atrof, musqayish va sustki organlar</a:t>
            </a:r>
          </a:p>
          <a:p>
            <a:pPr>
              <a:buFont typeface="Arial"/>
              <a:buChar char="•"/>
            </a:pPr>
            <a:r>
              <a:rPr lang="en-US" sz="1800"/>
              <a:t>Ichki organlar va ularga tegishli asbob-uskunalari</a:t>
            </a:r>
          </a:p>
          <a:p>
            <a:pPr>
              <a:buFont typeface="Arial"/>
              <a:buChar char="•"/>
            </a:pPr>
            <a:r>
              <a:rPr lang="en-US" sz="1800"/>
              <a:t>Tana tuzilishining aqliy va jismoniy qismi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Tuzilishining Tarkibiy Qismi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Odamning tana tuzilishining tarkibiy qismi va uning ahamiyati</a:t>
            </a:r>
          </a:p>
          <a:p>
            <a:pPr>
              <a:buFont typeface="Arial"/>
              <a:buChar char="•"/>
            </a:pPr>
            <a:r>
              <a:rPr lang="en-US" sz="1800"/>
              <a:t>Qopqoq tizimining ahamiyati</a:t>
            </a:r>
          </a:p>
          <a:p>
            <a:pPr>
              <a:buFont typeface="Arial"/>
              <a:buChar char="•"/>
            </a:pPr>
            <a:r>
              <a:rPr lang="en-US" sz="1800"/>
              <a:t>Ichki organlarning tarkibiy qismi va ularga tegishli qon tizimi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Tana Tuzilishining Aqliy va Jismoniy Qismi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Aqliy va jismoniy qismning muhimligi</a:t>
            </a:r>
          </a:p>
          <a:p>
            <a:pPr>
              <a:buFont typeface="Arial"/>
              <a:buChar char="•"/>
            </a:pPr>
            <a:r>
              <a:rPr lang="en-US" sz="1800"/>
              <a:t>Aqliy qism va uning vazifalari</a:t>
            </a:r>
          </a:p>
          <a:p>
            <a:pPr>
              <a:buFont typeface="Arial"/>
              <a:buChar char="•"/>
            </a:pPr>
            <a:r>
              <a:rPr lang="en-US" sz="1800"/>
              <a:t>Jismoniy qism va uning vazifalari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