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404040"/>
                </a:solidFill>
              </a:rPr>
              <a:t>Odam anatomiyasining asosiy tuzilishi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Insan vücudunun temel yapı taşları: kemikler, kaslar, organlar ve sistemler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Kemiklerin temel görevleri: destek, koruma, hareket ve mineral deposu olarak işlev görmek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Kaslar, hareket ve duruş için gerekli olan gücü sağlar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404040"/>
                </a:solidFill>
              </a:rPr>
              <a:t>Kemiklerin yapısı ve görevleri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İnsan vücudunda yaklaşık 206 kemik bulunur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Kemikler, kalsiyum ve fosfor gibi minerallerin depolanması için önemli bir rol oynar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Başlıca kemik türleri: uzun kemikler (kol ve bacak), kısa kemikler (el ve ayak), düz kemikler (kafatası) ve iri kemikler (kalça)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404040"/>
                </a:solidFill>
              </a:rPr>
              <a:t>Kasların çeşitleri ve görevleri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İskelet kasları: kemiklere bağlı olarak hareketi sağlar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Düz kaslar: iç organların kasılması için görevlidir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Kalp kası: kalp atışlarını düzenler ve kan pompalar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404040"/>
                </a:solidFill>
              </a:rPr>
              <a:t>Organların görevleri ve önemi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Organlar, vücudun çeşitli işlevlerini yerine getirmek için bir araya gelmiş yapılar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Önemli organlar: beyin, kalp, akciğerler, karaciğer, böbrekler ve bağırsaklar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Her organın kendine özgü görevleri ve işlevleri vardır ve birbirleriyle bağlantılıdır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404040"/>
                </a:solidFill>
              </a:rPr>
              <a:t>Sindirim sisteminin yapı ve işleyişi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Sindirim sistemi, ağızdan başlayarak yiyecekleri parçalayıp emilimi sağlayan bir sistemdir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Ana organlar: ağız, yemek borusu, mide, bağırsaklar ve rektum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Sindirim sistemi sayesinde besinler vücut için gerekli olan enerji ve besin maddelerine dönüştürülür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404040"/>
                </a:solidFill>
              </a:rPr>
              <a:t>Solunum sisteminin yapısı ve görevleri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Solunum sistemi, oksijenin vücuda alınmasını ve karbondioksitin atılmasını sağlayan bir sistemdir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Ana organlar: burun, nefes borusu, akciğerler ve alveoller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Hücrelerin ihtiyacı olan oksijen, akciğerlerdeki alveoller aracılığıyla kan dolaşımına geçer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404040"/>
                </a:solidFill>
              </a:rPr>
              <a:t>Dolaşım sisteminin önemi ve işleyişi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Dolaşım sistemi, kanın vücutta dolaşımını sağlayarak besin ve oksijenin tüm hücrelere ulaşmasını sağlar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Ana organlar: kalp, kan damarları ve kan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Dolaşım sisteminin bir diğer önemli görevi, atık maddelerin vücuttan uzaklaştırılmasını sağlamaktır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404040"/>
                </a:solidFill>
              </a:rPr>
              <a:t>Sinir sisteminin yapısı ve işleyişi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Sinir sistemi, vücuttaki tüm hareketlerin ve duyuların kontrolünü sağlar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Ana organlar: beyin, omurilik ve sinirler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Sinir hücreleri aracılığıyla beyinden gelen sinyaller sayesinde vücudun tüm bölgeleri kontrol edilir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404040"/>
                </a:solidFill>
              </a:rPr>
              <a:t>İdrar sisteminin önemi ve işleyişi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İdrar sistemi, böbrekler aracılığıyla idrarın üretilmesini ve mesanenin boşaltılmasını sağlar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Ana organlar: böbrekler, idrar yolları ve mesane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İdrar sistemi, vücuttan zararlı atık maddelerin uzaklaştırılmasını sağlar ve vücuttaki su dengesini kontrol eder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600" b="true">
                <a:solidFill>
                  <a:srgbClr val="404040"/>
                </a:solidFill>
              </a:rPr>
              <a:t>Üreme sisteminin yapı ve işleyişi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Üreme sistemi, insanların üremesini ve yeni bireylerin doğmasını sağlayan bir sistemdir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Ana organlar: yumurtalıklar, testisler, rahim ve penis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Hormonlar aracılığıyla üreme sistemi, ergenlik döneminden başlayarak vücudun cinsiyet özelliklerini geliştirir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