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 anatomiyasi nima?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tarkibi bor?</a:t>
            </a:r>
          </a:p>
          <a:p>
            <a:pPr>
              <a:buFont typeface="Arial"/>
              <a:buChar char="•"/>
            </a:pPr>
            <a:r>
              <a:rPr lang="en-US" sz="1800"/>
              <a:t>Odamning qanday organlari bor?</a:t>
            </a:r>
          </a:p>
          <a:p>
            <a:pPr>
              <a:buFont typeface="Arial"/>
              <a:buChar char="•"/>
            </a:pPr>
            <a:r>
              <a:rPr lang="en-US" sz="1800"/>
              <a:t>Odamning qanday tizimlari bor?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Qo'l, oyoq va boshqa qismlar</a:t>
            </a:r>
          </a:p>
          <a:p>
            <a:pPr>
              <a:buFont typeface="Arial"/>
              <a:buChar char="•"/>
            </a:pPr>
            <a:r>
              <a:rPr lang="en-US" sz="1800"/>
              <a:t>Kasalliklar va davolash usullari</a:t>
            </a:r>
          </a:p>
          <a:p>
            <a:pPr>
              <a:buFont typeface="Arial"/>
              <a:buChar char="•"/>
            </a:pPr>
            <a:r>
              <a:rPr lang="en-US" sz="1800"/>
              <a:t>Tana tuzilishining asosiy qismlari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sistemasining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tizimlari bor?</a:t>
            </a:r>
          </a:p>
          <a:p>
            <a:pPr>
              <a:buFont typeface="Arial"/>
              <a:buChar char="•"/>
            </a:pPr>
            <a:r>
              <a:rPr lang="en-US" sz="1800"/>
              <a:t>Tana sistemasining funksiyalari</a:t>
            </a:r>
          </a:p>
          <a:p>
            <a:pPr>
              <a:buFont typeface="Arial"/>
              <a:buChar char="•"/>
            </a:pPr>
            <a:r>
              <a:rPr lang="en-US" sz="1800"/>
              <a:t>Tana sistemasining muhim organlari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qanday tizimlari bor?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Asab tizimi</a:t>
            </a:r>
          </a:p>
          <a:p>
            <a:pPr>
              <a:buFont typeface="Arial"/>
              <a:buChar char="•"/>
            </a:pPr>
            <a:r>
              <a:rPr lang="en-US" sz="1800"/>
              <a:t>Qon tizimi</a:t>
            </a:r>
          </a:p>
          <a:p>
            <a:pPr>
              <a:buFont typeface="Arial"/>
              <a:buChar char="•"/>
            </a:pPr>
            <a:r>
              <a:rPr lang="en-US" sz="1800"/>
              <a:t>Sirt tizimi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asab tizimi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asab tizimi bor?</a:t>
            </a:r>
          </a:p>
          <a:p>
            <a:pPr>
              <a:buFont typeface="Arial"/>
              <a:buChar char="•"/>
            </a:pPr>
            <a:r>
              <a:rPr lang="en-US" sz="1800"/>
              <a:t>Asab tizimining asosiy qismlari</a:t>
            </a:r>
          </a:p>
          <a:p>
            <a:pPr>
              <a:buFont typeface="Arial"/>
              <a:buChar char="•"/>
            </a:pPr>
            <a:r>
              <a:rPr lang="en-US" sz="1800"/>
              <a:t>Asab tizimining muhim funksiyalari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qon tizimi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qon tizimi bor?</a:t>
            </a:r>
          </a:p>
          <a:p>
            <a:pPr>
              <a:buFont typeface="Arial"/>
              <a:buChar char="•"/>
            </a:pPr>
            <a:r>
              <a:rPr lang="en-US" sz="1800"/>
              <a:t>Qon tiziminin asosiy qismlari</a:t>
            </a:r>
          </a:p>
          <a:p>
            <a:pPr>
              <a:buFont typeface="Arial"/>
              <a:buChar char="•"/>
            </a:pPr>
            <a:r>
              <a:rPr lang="en-US" sz="1800"/>
              <a:t>Qon tiziminin muhim funksiyalari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sirt tizimi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sirt tizimi bor?</a:t>
            </a:r>
          </a:p>
          <a:p>
            <a:pPr>
              <a:buFont typeface="Arial"/>
              <a:buChar char="•"/>
            </a:pPr>
            <a:r>
              <a:rPr lang="en-US" sz="1800"/>
              <a:t>Sirt tiziminin asosiy qismlari</a:t>
            </a:r>
          </a:p>
          <a:p>
            <a:pPr>
              <a:buFont typeface="Arial"/>
              <a:buChar char="•"/>
            </a:pPr>
            <a:r>
              <a:rPr lang="en-US" sz="1800"/>
              <a:t>Sirt tiziminin muhim funksiyalari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asbob tizilishi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qanday asbob tizilishi bor?</a:t>
            </a:r>
          </a:p>
          <a:p>
            <a:pPr>
              <a:buFont typeface="Arial"/>
              <a:buChar char="•"/>
            </a:pPr>
            <a:r>
              <a:rPr lang="en-US" sz="1800"/>
              <a:t>Asbob tizilishining asosiy qismlari</a:t>
            </a:r>
          </a:p>
          <a:p>
            <a:pPr>
              <a:buFont typeface="Arial"/>
              <a:buChar char="•"/>
            </a:pPr>
            <a:r>
              <a:rPr lang="en-US" sz="1800"/>
              <a:t>Asbob tizilishining muhim organlari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qanday organlari bor?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tana tuzilishining asosiy organlari</a:t>
            </a:r>
          </a:p>
          <a:p>
            <a:pPr>
              <a:buFont typeface="Arial"/>
              <a:buChar char="•"/>
            </a:pPr>
            <a:r>
              <a:rPr lang="en-US" sz="1800"/>
              <a:t>Odamning asbob tizilishining muhim organlari</a:t>
            </a:r>
          </a:p>
          <a:p>
            <a:pPr>
              <a:buFont typeface="Arial"/>
              <a:buChar char="•"/>
            </a:pPr>
            <a:r>
              <a:rPr lang="en-US" sz="1800"/>
              <a:t>Odamning tana sistemasining muhim organlari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tuzilishiga ta'sir qiladigan omillar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tana tuzilishiga ta'sir qiladigan omillar nima?</a:t>
            </a:r>
          </a:p>
          <a:p>
            <a:pPr>
              <a:buFont typeface="Arial"/>
              <a:buChar char="•"/>
            </a:pPr>
            <a:r>
              <a:rPr lang="en-US" sz="1800"/>
              <a:t>Omilning tana tuzilishiga ta'siri</a:t>
            </a:r>
          </a:p>
          <a:p>
            <a:pPr>
              <a:buFont typeface="Arial"/>
              <a:buChar char="•"/>
            </a:pPr>
            <a:r>
              <a:rPr lang="en-US" sz="1800"/>
              <a:t>Omilning kasalliklar va davolash usullari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445000"/>
            <a:ext cx="5080000" cy="2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