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 tanasi: What is it?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is a traditional Uzbek house that is designed for multi-generational living.</a:t>
            </a:r>
          </a:p>
          <a:p>
            <a:pPr>
              <a:buFont typeface="Arial"/>
              <a:buChar char="•"/>
            </a:pPr>
            <a:r>
              <a:rPr lang="en-US" sz="1800"/>
              <a:t>The word 'odam' means 'human' and 'tanasi' means 'place', emphasizing the importance of community and family.</a:t>
            </a:r>
          </a:p>
          <a:p>
            <a:pPr>
              <a:buFont typeface="Arial"/>
              <a:buChar char="•"/>
            </a:pPr>
            <a:r>
              <a:rPr lang="en-US" sz="1800"/>
              <a:t>These houses typically have a courtyard in the center and are built with natural materials like clay, wood, and stone.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History of Odam tanasi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has been a part of Uzbek culture for centuries.</a:t>
            </a:r>
          </a:p>
          <a:p>
            <a:pPr>
              <a:buFont typeface="Arial"/>
              <a:buChar char="•"/>
            </a:pPr>
            <a:r>
              <a:rPr lang="en-US" sz="1800"/>
              <a:t>It has been influenced by the nomadic lifestyle of the Uzbek people, as well as Islamic and Persian architectural styles.</a:t>
            </a:r>
          </a:p>
          <a:p>
            <a:pPr>
              <a:buFont typeface="Arial"/>
              <a:buChar char="•"/>
            </a:pPr>
            <a:r>
              <a:rPr lang="en-US" sz="1800"/>
              <a:t>During the Soviet era, many Odam tanasi houses were demolished in favor of modern buildings, but there has been a recent revival of interest in preserving and restoring these traditional homes.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Architectural Features of Odam tanasi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The central courtyard is the heart of the Odam tanasi, providing natural light, ventilation, and a gathering space for the family.</a:t>
            </a:r>
          </a:p>
          <a:p>
            <a:pPr>
              <a:buFont typeface="Arial"/>
              <a:buChar char="•"/>
            </a:pPr>
            <a:r>
              <a:rPr lang="en-US" sz="1800"/>
              <a:t>The rooms surrounding the courtyard are usually one-story and have arched doorways and windows.</a:t>
            </a:r>
          </a:p>
          <a:p>
            <a:pPr>
              <a:buFont typeface="Arial"/>
              <a:buChar char="•"/>
            </a:pPr>
            <a:r>
              <a:rPr lang="en-US" sz="1800"/>
              <a:t>The exterior of the house is often decorated with intricate wood carvings and colorful tiles.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Multi-generational Living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is designed for multi-generational living, with several generations of a family living together under one roof.</a:t>
            </a:r>
          </a:p>
          <a:p>
            <a:pPr>
              <a:buFont typeface="Arial"/>
              <a:buChar char="•"/>
            </a:pPr>
            <a:r>
              <a:rPr lang="en-US" sz="1800"/>
              <a:t>The elderly are given a place of honor in the house, with their own room and easy access to the courtyard.</a:t>
            </a:r>
          </a:p>
          <a:p>
            <a:pPr>
              <a:buFont typeface="Arial"/>
              <a:buChar char="•"/>
            </a:pPr>
            <a:r>
              <a:rPr lang="en-US" sz="1800"/>
              <a:t>This allows for strong family bonds and support, as well as the passing down of traditions and cultural values.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Community and Hospitality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houses are often clustered together in villages, creating a sense of community.</a:t>
            </a:r>
          </a:p>
          <a:p>
            <a:pPr>
              <a:buFont typeface="Arial"/>
              <a:buChar char="•"/>
            </a:pPr>
            <a:r>
              <a:rPr lang="en-US" sz="1800"/>
              <a:t>The open courtyard is a welcoming space for guests and neighbors to gather and socialize.</a:t>
            </a:r>
          </a:p>
          <a:p>
            <a:pPr>
              <a:buFont typeface="Arial"/>
              <a:buChar char="•"/>
            </a:pPr>
            <a:r>
              <a:rPr lang="en-US" sz="1800"/>
              <a:t>Hospitality is an important aspect of Uzbek culture, and Odam tanasi houses reflect this with their open and inviting layout.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Sustainable Design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houses are built with natural and locally sourced materials, making them sustainable and environmentally friendly.</a:t>
            </a:r>
          </a:p>
          <a:p>
            <a:pPr>
              <a:buFont typeface="Arial"/>
              <a:buChar char="•"/>
            </a:pPr>
            <a:r>
              <a:rPr lang="en-US" sz="1800"/>
              <a:t>The central courtyard provides natural light and ventilation, reducing the need for artificial lighting and air conditioning.</a:t>
            </a:r>
          </a:p>
          <a:p>
            <a:pPr>
              <a:buFont typeface="Arial"/>
              <a:buChar char="•"/>
            </a:pPr>
            <a:r>
              <a:rPr lang="en-US" sz="1800"/>
              <a:t>The design also takes into consideration the climate, with thick walls and small windows to keep the house cool in the hot summers and warm in the cold winters.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Preservation and Restoration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In recent years, there has been a renewed interest in preserving and restoring Odam tanasi houses.</a:t>
            </a:r>
          </a:p>
          <a:p>
            <a:pPr>
              <a:buFont typeface="Arial"/>
              <a:buChar char="•"/>
            </a:pPr>
            <a:r>
              <a:rPr lang="en-US" sz="1800"/>
              <a:t>Efforts have been made to document and study these traditional homes, as well as to incorporate elements of Odam tanasi design in modern architecture.</a:t>
            </a:r>
          </a:p>
          <a:p>
            <a:pPr>
              <a:buFont typeface="Arial"/>
              <a:buChar char="•"/>
            </a:pPr>
            <a:r>
              <a:rPr lang="en-US" sz="1800"/>
              <a:t>Restoration projects have also been undertaken to maintain the cultural heritage of these houses.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 tanasi Today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Although many Odam tanasi houses have been replaced by modern buildings, there are still some that are inhabited by families.</a:t>
            </a:r>
          </a:p>
          <a:p>
            <a:pPr>
              <a:buFont typeface="Arial"/>
              <a:buChar char="•"/>
            </a:pPr>
            <a:r>
              <a:rPr lang="en-US" sz="1800"/>
              <a:t>These houses are also popular tourist attractions, giving visitors a glimpse into traditional Uzbek life.</a:t>
            </a:r>
          </a:p>
          <a:p>
            <a:pPr>
              <a:buFont typeface="Arial"/>
              <a:buChar char="•"/>
            </a:pPr>
            <a:r>
              <a:rPr lang="en-US" sz="1800"/>
              <a:t>Odam tanasi continues to be an important part of Uzbek culture and identity, and efforts are being made to preserve and promote this architectural style.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Challenges and Future of Odam tanasi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The preservation and restoration of Odam tanasi houses face challenges such as lack of funding and resources.</a:t>
            </a:r>
          </a:p>
          <a:p>
            <a:pPr>
              <a:buFont typeface="Arial"/>
              <a:buChar char="•"/>
            </a:pPr>
            <a:r>
              <a:rPr lang="en-US" sz="1800"/>
              <a:t>Modernization and urbanization also pose a threat to the survival of these traditional homes.</a:t>
            </a:r>
          </a:p>
          <a:p>
            <a:pPr>
              <a:buFont typeface="Arial"/>
              <a:buChar char="•"/>
            </a:pPr>
            <a:r>
              <a:rPr lang="en-US" sz="1800"/>
              <a:t>However, there is hope for the future as there is a growing interest in preserving cultural heritage and incorporating elements of Odam tanasi in modern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Influence on Uzbek Culture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 tanasi is not just a type of house, but it also reflects the values and customs of Uzbek society.</a:t>
            </a:r>
          </a:p>
          <a:p>
            <a:pPr>
              <a:buFont typeface="Arial"/>
              <a:buChar char="•"/>
            </a:pPr>
            <a:r>
              <a:rPr lang="en-US" sz="1800"/>
              <a:t>It emphasizes the importance of community, family, and hospitality.</a:t>
            </a:r>
          </a:p>
          <a:p>
            <a:pPr>
              <a:buFont typeface="Arial"/>
              <a:buChar char="•"/>
            </a:pPr>
            <a:r>
              <a:rPr lang="en-US" sz="1800"/>
              <a:t>It is also a symbol of the rich history and cultural heritage of Uzbekistan.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