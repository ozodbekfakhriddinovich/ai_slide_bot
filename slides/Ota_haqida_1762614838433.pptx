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haqida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munosabati</a:t>
            </a:r>
          </a:p>
          <a:p>
            <a:pPr>
              <a:buFont typeface="Arial"/>
              <a:buChar char="•"/>
            </a:pPr>
            <a:r>
              <a:rPr lang="en-US" sz="1800"/>
              <a:t>Ota roli va ahamiyati</a:t>
            </a:r>
          </a:p>
          <a:p>
            <a:pPr>
              <a:buFont typeface="Arial"/>
              <a:buChar char="•"/>
            </a:pPr>
            <a:r>
              <a:rPr lang="en-US" sz="1800"/>
              <a:t>Ota munosabatlari va turmush tarzi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 munosabati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munosabatlari o'z ma'noli bo'lishi kerak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tarbiyaviy ahamiyatga ega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kuchli oilaviy aloqalarni o'z ichiga oladi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roli va ahamiyati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roli oila tashkilotini muvaffaqiyatli boshqarishda ahamiyatga ega</a:t>
            </a:r>
          </a:p>
          <a:p>
            <a:pPr>
              <a:buFont typeface="Arial"/>
              <a:buChar char="•"/>
            </a:pPr>
            <a:r>
              <a:rPr lang="en-US" sz="1800"/>
              <a:t>Ota tarbiyachilikning asosiy muassisasi</a:t>
            </a:r>
          </a:p>
          <a:p>
            <a:pPr>
              <a:buFont typeface="Arial"/>
              <a:buChar char="•"/>
            </a:pPr>
            <a:r>
              <a:rPr lang="en-US" sz="1800"/>
              <a:t>Ota bola hayotda o'z ko'nikmalarini oshirishda muhim rol o'ynaydi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munosabatlari va turmush tarzi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munosabatlari oilaviy barqarorlik uchun muhim ahamiyatga ega</a:t>
            </a:r>
          </a:p>
          <a:p>
            <a:pPr>
              <a:buFont typeface="Arial"/>
              <a:buChar char="•"/>
            </a:pPr>
            <a:r>
              <a:rPr lang="en-US" sz="1800"/>
              <a:t>Ota va bola turmush tarzi uyda yaxshi tarzda o'tkazilishini ta'minlaydi</a:t>
            </a:r>
          </a:p>
          <a:p>
            <a:pPr>
              <a:buFont typeface="Arial"/>
              <a:buChar char="•"/>
            </a:pPr>
            <a:r>
              <a:rPr lang="en-US" sz="1800"/>
              <a:t>Ota munosabatlari oila a'zolari bilan hamrohlik va salomatlikni ta'minlaydi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 tarbiyasi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munosabatlari tarbiyaviy jarayonni ta'minlaydi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o'rtasidagi munosabatlarning qo'shimcha o'rganish imkoniyatlarini yaratadi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oila a'zolari o'rtasidagi sog'liq va salomatlikni ta'minlaydi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 bo'lganligi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bo'lish oila hayotining eng muhim va eng qimmatli ko'ngillari</a:t>
            </a:r>
          </a:p>
          <a:p>
            <a:pPr>
              <a:buFont typeface="Arial"/>
              <a:buChar char="•"/>
            </a:pPr>
            <a:r>
              <a:rPr lang="en-US" sz="1800"/>
              <a:t>Ota va bola bo'lish oilaviy aloqalarni kengaytirishga yordam beradi</a:t>
            </a:r>
          </a:p>
          <a:p>
            <a:pPr>
              <a:buFont typeface="Arial"/>
              <a:buChar char="•"/>
            </a:pPr>
            <a:r>
              <a:rPr lang="en-US" sz="1800"/>
              <a:t>Ota va bola bo'lganligi oila a'zolari uchun hayotda kuch va qo'zg'olonlik manbai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 munosabatlarining o'zgarishi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munosabatlari hayot o'zgarishlari bilan ham o'zgarishi kerak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bilim va tajriba almashish orqali o'z fikr va qarorlarini o'zgartirishi mumkin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yosh bola uchun o'z-o'zini quritish va o'z ishlarini boshqarishga imkoniyat beradi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 munosabatlari va ta'lim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munosabatlari yosh bola uchun muhim ta'lim imkoniyatlarini ta'minlaydi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o'zaro qayta aloqalarni rivojlantiradi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o'z-o'zini o'rganish va qiziqishni rivojlantiradi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 munosabatlari va sport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munosabatlari sog'liq va salomatlikni ta'minlashda sportga qo'shilishga imkoniyat yaratadi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birgalikda sport bilan bezash va sog'liqiy hayot ko'rsatishni o'rgatadi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sport yordamida oila a'zolari o'rtasidagi aloqalarni kuchaytiradi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 munosabatlari va jamiyat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Ota va bola munosabatlari jamiyatni yangilanish va rivojlantirishda muhim ahamiyatga ega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o'z-o'zini jamiyat a'zolari bilan hamkorlikda o'rganish va qiziqishni rivojlantiradi</a:t>
            </a:r>
          </a:p>
          <a:p>
            <a:pPr>
              <a:buFont typeface="Arial"/>
              <a:buChar char="•"/>
            </a:pPr>
            <a:r>
              <a:rPr lang="en-US" sz="1800"/>
              <a:t>Ota va bola munosabatlari jamiyatda milliy va ma'muriy baxtsizlikni oldini olishda muhim rol o'ynaydi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