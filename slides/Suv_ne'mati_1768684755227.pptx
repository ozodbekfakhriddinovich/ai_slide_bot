
<file path=[Content_Types].xml><?xml version="1.0" encoding="utf-8"?>
<Types xmlns="http://schemas.openxmlformats.org/package/2006/content-types"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no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no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no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4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5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6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/Relationships>
</file>

<file path=ppt/slides/_rels/slide7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/Relationships>
</file>

<file path=ppt/slides/_rels/slide8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/Relationships>
</file>

<file path=ppt/slides/_rels/slide9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/Relationships>
</file>

<file path=ppt/slides/_rels/slide10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/Relationships>
</file>

<file path=ppt/slides/_rels/slide11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/Relationships>
</file>

<file path=ppt/slides/_rels/slide12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635000"/>
            <a:ext cx="7620000" cy="127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ru-RU"/>
              <a:t/>
            </a:r>
            <a:endParaRPr lang="en-US" sz="1100"/>
          </a:p>
          <a:p>
            <a:r>
              <a:rPr lang="en-US" sz="2800" b="true"/>
              <a:t>Suv ne'mati
Ozodbek Jalilov Ekalogiya fanidan
null</a:t>
            </a:r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1270000" y="2540000"/>
            <a:ext cx="6350000" cy="3810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635000"/>
            <a:ext cx="7620000" cy="508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ru-RU"/>
              <a:t/>
            </a:r>
            <a:endParaRPr lang="en-US" sz="1100"/>
          </a:p>
          <a:p>
            <a:r>
              <a:rPr lang="en-US" sz="2400" b="true"/>
              <a:t>Reja:</a:t>
            </a:r>
          </a:p>
          <a:p>
            <a:pPr>
              <a:buFont typeface="Arial"/>
              <a:buChar char="•"/>
            </a:pPr>
            <a:r>
              <a:rPr lang="en-US" sz="2000"/>
              <a:t>Muhammad Ali</a:t>
            </a:r>
          </a:p>
          <a:p>
            <a:pPr>
              <a:buFont typeface="Arial"/>
              <a:buChar char="•"/>
            </a:pPr>
            <a:r>
              <a:rPr lang="en-US" sz="2000"/>
              <a:t>Uzbek tili</a:t>
            </a:r>
          </a:p>
          <a:p>
            <a:pPr>
              <a:buFont typeface="Arial"/>
              <a:buChar char="•"/>
            </a:pPr>
            <a:r>
              <a:rPr lang="en-US" sz="2000"/>
              <a:t>2021-yil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3175000" y="1270000"/>
            <a:ext cx="4089400" cy="3073400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>
            <a:off x="635000" y="1270000"/>
            <a:ext cx="2895600" cy="508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ru-RU"/>
              <a:t/>
            </a:r>
            <a:endParaRPr lang="en-US" sz="1100"/>
          </a:p>
          <a:p>
            <a:r>
              <a:rPr lang="en-US" sz="2200" b="true"/>
              <a:t>Reja</a:t>
            </a:r>
          </a:p>
          <a:p>
            <a:pPr>
              <a:buFont typeface="Arial"/>
              <a:buChar char="•"/>
            </a:pPr>
            <a:r>
              <a:rPr lang="en-US" sz="1800"/>
              <a:t>Kirish</a:t>
            </a:r>
          </a:p>
          <a:p>
            <a:pPr>
              <a:buFont typeface="Arial"/>
              <a:buChar char="•"/>
            </a:pPr>
            <a:r>
              <a:rPr lang="en-US" sz="1800"/>
              <a:t>Suvning ahamiyati</a:t>
            </a:r>
          </a:p>
          <a:p>
            <a:pPr>
              <a:buFont typeface="Arial"/>
              <a:buChar char="•"/>
            </a:pPr>
            <a:r>
              <a:rPr lang="en-US" sz="1800"/>
              <a:t>Suvsiz hayot</a:t>
            </a:r>
          </a:p>
          <a:p>
            <a:pPr>
              <a:buFont typeface="Arial"/>
              <a:buChar char="•"/>
            </a:pPr>
            <a:r>
              <a:rPr lang="en-US" sz="1800"/>
              <a:t>Suv resurslari</a:t>
            </a:r>
          </a:p>
          <a:p>
            <a:pPr>
              <a:buFont typeface="Arial"/>
              <a:buChar char="•"/>
            </a:pPr>
            <a:r>
              <a:rPr lang="en-US" sz="1800"/>
              <a:t>Suvni saqlash</a:t>
            </a:r>
          </a:p>
          <a:p>
            <a:pPr>
              <a:buFont typeface="Arial"/>
              <a:buChar char="•"/>
            </a:pPr>
            <a:r>
              <a:rPr lang="en-US" sz="1800"/>
              <a:t>Suv oqibatlari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0" y="1270000"/>
            <a:ext cx="5207000" cy="2679700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>
            <a:off x="635000" y="1270000"/>
            <a:ext cx="1778000" cy="508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ru-RU"/>
              <a:t/>
            </a:r>
            <a:endParaRPr lang="en-US" sz="1100"/>
          </a:p>
          <a:p>
            <a:r>
              <a:rPr lang="en-US" sz="2200" b="true"/>
              <a:t>Suvning ahamiyati</a:t>
            </a:r>
          </a:p>
          <a:p>
            <a:pPr>
              <a:buFont typeface="Arial"/>
              <a:buChar char="•"/>
            </a:pPr>
            <a:r>
              <a:rPr lang="en-US" sz="1800"/>
              <a:t>Tabiiy resurs</a:t>
            </a:r>
          </a:p>
          <a:p>
            <a:pPr>
              <a:buFont typeface="Arial"/>
              <a:buChar char="•"/>
            </a:pPr>
            <a:r>
              <a:rPr lang="en-US" sz="1800"/>
              <a:t>Hayot uchun zarur</a:t>
            </a:r>
          </a:p>
          <a:p>
            <a:pPr>
              <a:buFont typeface="Arial"/>
              <a:buChar char="•"/>
            </a:pPr>
            <a:r>
              <a:rPr lang="en-US" sz="1800"/>
              <a:t>Ekologik muammolar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3175000" y="1270000"/>
            <a:ext cx="6311900" cy="2882900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>
            <a:off x="635000" y="1270000"/>
            <a:ext cx="673100" cy="508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ru-RU"/>
              <a:t/>
            </a:r>
            <a:endParaRPr lang="en-US" sz="1100"/>
          </a:p>
          <a:p>
            <a:r>
              <a:rPr lang="en-US" sz="2200" b="true"/>
              <a:t>Suvsiz hayot</a:t>
            </a:r>
          </a:p>
          <a:p>
            <a:pPr>
              <a:buFont typeface="Arial"/>
              <a:buChar char="•"/>
            </a:pPr>
            <a:r>
              <a:rPr lang="en-US" sz="1800"/>
              <a:t>Suvning yetarli ta'minlashi</a:t>
            </a:r>
          </a:p>
          <a:p>
            <a:pPr>
              <a:buFont typeface="Arial"/>
              <a:buChar char="•"/>
            </a:pPr>
            <a:r>
              <a:rPr lang="en-US" sz="1800"/>
              <a:t>Suvning ta'sirli ishlatilishi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635000" y="1270000"/>
            <a:ext cx="4902200" cy="3098800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>
            <a:off x="3810000" y="1270000"/>
            <a:ext cx="2082800" cy="508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ru-RU"/>
              <a:t/>
            </a:r>
            <a:endParaRPr lang="en-US" sz="1100"/>
          </a:p>
          <a:p>
            <a:r>
              <a:rPr lang="en-US" sz="2200" b="true"/>
              <a:t>Suv resurslari</a:t>
            </a:r>
          </a:p>
          <a:p>
            <a:pPr>
              <a:buFont typeface="Arial"/>
              <a:buChar char="•"/>
            </a:pPr>
            <a:r>
              <a:rPr lang="en-US" sz="1800"/>
              <a:t>Oqibatli oqibatlar</a:t>
            </a:r>
          </a:p>
          <a:p>
            <a:pPr>
              <a:buFont typeface="Arial"/>
              <a:buChar char="•"/>
            </a:pPr>
            <a:r>
              <a:rPr lang="en-US" sz="1800"/>
              <a:t>Suv taqsimoti</a:t>
            </a:r>
          </a:p>
          <a:p>
            <a:pPr>
              <a:buFont typeface="Arial"/>
              <a:buChar char="•"/>
            </a:pPr>
            <a:r>
              <a:rPr lang="en-US" sz="1800"/>
              <a:t>Suvni saqlash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635000" y="1270000"/>
            <a:ext cx="4076700" cy="2781300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>
            <a:off x="3810000" y="1270000"/>
            <a:ext cx="2908300" cy="508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ru-RU"/>
              <a:t/>
            </a:r>
            <a:endParaRPr lang="en-US" sz="1100"/>
          </a:p>
          <a:p>
            <a:r>
              <a:rPr lang="en-US" sz="2200" b="true"/>
              <a:t>Suvni saqlash</a:t>
            </a:r>
          </a:p>
          <a:p>
            <a:pPr>
              <a:buFont typeface="Arial"/>
              <a:buChar char="•"/>
            </a:pPr>
            <a:r>
              <a:rPr lang="en-US" sz="1800"/>
              <a:t>Suv muhofazasi</a:t>
            </a:r>
          </a:p>
          <a:p>
            <a:pPr>
              <a:buFont typeface="Arial"/>
              <a:buChar char="•"/>
            </a:pPr>
            <a:r>
              <a:rPr lang="en-US" sz="1800"/>
              <a:t>Suvni qayta ishlash</a:t>
            </a:r>
          </a:p>
          <a:p>
            <a:pPr>
              <a:buFont typeface="Arial"/>
              <a:buChar char="•"/>
            </a:pPr>
            <a:r>
              <a:rPr lang="en-US" sz="1800"/>
              <a:t>Suvni to'plash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635000" y="1270000"/>
            <a:ext cx="6032500" cy="3263900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>
            <a:off x="3810000" y="1270000"/>
            <a:ext cx="952500" cy="508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ru-RU"/>
              <a:t/>
            </a:r>
            <a:endParaRPr lang="en-US" sz="1100"/>
          </a:p>
          <a:p>
            <a:r>
              <a:rPr lang="en-US" sz="2200" b="true"/>
              <a:t>Suv oqibatlari</a:t>
            </a:r>
          </a:p>
          <a:p>
            <a:pPr>
              <a:buFont typeface="Arial"/>
              <a:buChar char="•"/>
            </a:pPr>
            <a:r>
              <a:rPr lang="en-US" sz="1800"/>
              <a:t>Suv ta'sirli ishlatilishi</a:t>
            </a:r>
          </a:p>
          <a:p>
            <a:pPr>
              <a:buFont typeface="Arial"/>
              <a:buChar char="•"/>
            </a:pPr>
            <a:r>
              <a:rPr lang="en-US" sz="1800"/>
              <a:t>Suv atrofidagi muammolar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3175000" y="1270000"/>
            <a:ext cx="4254500" cy="3644900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>
            <a:off x="635000" y="1270000"/>
            <a:ext cx="2730500" cy="508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ru-RU"/>
              <a:t/>
            </a:r>
            <a:endParaRPr lang="en-US" sz="1100"/>
          </a:p>
          <a:p>
            <a:r>
              <a:rPr lang="en-US" sz="2200" b="true"/>
              <a:t>Suvning yetarli ta'minlashi</a:t>
            </a:r>
          </a:p>
          <a:p>
            <a:pPr>
              <a:buFont typeface="Arial"/>
              <a:buChar char="•"/>
            </a:pPr>
            <a:r>
              <a:rPr lang="en-US" sz="1800"/>
              <a:t>Suv resurslarining muhimi</a:t>
            </a:r>
          </a:p>
          <a:p>
            <a:pPr>
              <a:buFont typeface="Arial"/>
              <a:buChar char="•"/>
            </a:pPr>
            <a:r>
              <a:rPr lang="en-US" sz="1800"/>
              <a:t>Suv ishlab chiqarish</a:t>
            </a:r>
          </a:p>
          <a:p>
            <a:pPr>
              <a:buFont typeface="Arial"/>
              <a:buChar char="•"/>
            </a:pPr>
            <a:r>
              <a:rPr lang="en-US" sz="1800"/>
              <a:t>Suvni taqsimlash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635000" y="1270000"/>
            <a:ext cx="4318000" cy="3429000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>
            <a:off x="3810000" y="1270000"/>
            <a:ext cx="2667000" cy="508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ru-RU"/>
              <a:t/>
            </a:r>
            <a:endParaRPr lang="en-US" sz="1100"/>
          </a:p>
          <a:p>
            <a:r>
              <a:rPr lang="en-US" sz="2200" b="true"/>
              <a:t>Suvning ta'sirli ishlatilishi</a:t>
            </a:r>
          </a:p>
          <a:p>
            <a:pPr>
              <a:buFont typeface="Arial"/>
              <a:buChar char="•"/>
            </a:pPr>
            <a:r>
              <a:rPr lang="en-US" sz="1800"/>
              <a:t>Suvni ishlatishning muhimi</a:t>
            </a:r>
          </a:p>
          <a:p>
            <a:pPr>
              <a:buFont typeface="Arial"/>
              <a:buChar char="•"/>
            </a:pPr>
            <a:r>
              <a:rPr lang="en-US" sz="1800"/>
              <a:t>Suvni qayta ishlash</a:t>
            </a:r>
          </a:p>
          <a:p>
            <a:pPr>
              <a:buFont typeface="Arial"/>
              <a:buChar char="•"/>
            </a:pPr>
            <a:r>
              <a:rPr lang="en-US" sz="1800"/>
              <a:t>Suvni to'plash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635000" y="1270000"/>
            <a:ext cx="4165600" cy="3378200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>
            <a:off x="3810000" y="1270000"/>
            <a:ext cx="2819400" cy="508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ru-RU"/>
              <a:t/>
            </a:r>
            <a:endParaRPr lang="en-US" sz="1100"/>
          </a:p>
          <a:p>
            <a:r>
              <a:rPr lang="en-US" sz="2200" b="true"/>
              <a:t>Suv atrofidagi muammolar</a:t>
            </a:r>
          </a:p>
          <a:p>
            <a:pPr>
              <a:buFont typeface="Arial"/>
              <a:buChar char="•"/>
            </a:pPr>
            <a:r>
              <a:rPr lang="en-US" sz="1800"/>
              <a:t>Suv oqibatlari</a:t>
            </a:r>
          </a:p>
          <a:p>
            <a:pPr>
              <a:buFont typeface="Arial"/>
              <a:buChar char="•"/>
            </a:pPr>
            <a:r>
              <a:rPr lang="en-US" sz="1800"/>
              <a:t>Suv resurslarining muhimi</a:t>
            </a:r>
          </a:p>
          <a:p>
            <a:pPr>
              <a:buFont typeface="Arial"/>
              <a:buChar char="•"/>
            </a:pPr>
            <a:r>
              <a:rPr lang="en-US" sz="1800"/>
              <a:t>Suvni saqlash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635000" y="1270000"/>
            <a:ext cx="5524500" cy="2667000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>
            <a:off x="3810000" y="1270000"/>
            <a:ext cx="1460500" cy="508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ru-RU"/>
              <a:t/>
            </a:r>
            <a:endParaRPr lang="en-US" sz="1100"/>
          </a:p>
          <a:p>
            <a:r>
              <a:rPr lang="en-US" sz="2200" b="true"/>
              <a:t>Suv muhofazasi</a:t>
            </a:r>
          </a:p>
          <a:p>
            <a:pPr>
              <a:buFont typeface="Arial"/>
              <a:buChar char="•"/>
            </a:pPr>
            <a:r>
              <a:rPr lang="en-US" sz="1800"/>
              <a:t>Suv muhofazasi qoidalar</a:t>
            </a:r>
          </a:p>
          <a:p>
            <a:pPr>
              <a:buFont typeface="Arial"/>
              <a:buChar char="•"/>
            </a:pPr>
            <a:r>
              <a:rPr lang="en-US" sz="1800"/>
              <a:t>Suvni saqlashning muhimi</a:t>
            </a:r>
          </a:p>
          <a:p>
            <a:pPr>
              <a:buFont typeface="Arial"/>
              <a:buChar char="•"/>
            </a:pPr>
            <a:r>
              <a:rPr lang="en-US" sz="1800"/>
              <a:t>Suvni qayta ishlash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