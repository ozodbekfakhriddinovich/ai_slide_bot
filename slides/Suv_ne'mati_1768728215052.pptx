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Suv ne'mati
Ozodbek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Uzbekistan has a low annual rainfall of only 100-200mm</a:t>
            </a:r>
          </a:p>
          <a:p>
            <a:pPr>
              <a:buFont typeface="Arial"/>
              <a:buChar char="•"/>
            </a:pPr>
            <a:r>
              <a:rPr lang="en-US" sz="2000"/>
              <a:t>Suv ne'mati is essential for agriculture and livestock</a:t>
            </a:r>
          </a:p>
          <a:p>
            <a:pPr>
              <a:buFont typeface="Arial"/>
              <a:buChar char="•"/>
            </a:pPr>
            <a:r>
              <a:rPr lang="en-US" sz="2000"/>
              <a:t>The Aral Sea, once the fourth-largest lake in the world, has drastically shrunk due to water diversion projects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3886200" cy="3289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30988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Access to clean drinking water is a challenge in Uzbekistan</a:t>
            </a:r>
          </a:p>
          <a:p>
            <a:pPr>
              <a:buFont typeface="Arial"/>
              <a:buChar char="•"/>
            </a:pPr>
            <a:r>
              <a:rPr lang="en-US" sz="1800"/>
              <a:t>Only 49% of rural areas have access to clean drinking water</a:t>
            </a:r>
          </a:p>
          <a:p>
            <a:pPr>
              <a:buFont typeface="Arial"/>
              <a:buChar char="•"/>
            </a:pPr>
            <a:r>
              <a:rPr lang="en-US" sz="1800"/>
              <a:t>In urban areas, this number rises to 88%</a:t>
            </a:r>
          </a:p>
          <a:p>
            <a:pPr>
              <a:buFont typeface="Arial"/>
              <a:buChar char="•"/>
            </a:pPr>
            <a:r>
              <a:rPr lang="en-US" sz="1800"/>
              <a:t>Waterborne diseases, such as diarrhoea, are common due to lack of access to clean water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546600" cy="318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4384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Water scarcity is a growing concern in Uzbekistan</a:t>
            </a:r>
          </a:p>
          <a:p>
            <a:pPr>
              <a:buFont typeface="Arial"/>
              <a:buChar char="•"/>
            </a:pPr>
            <a:r>
              <a:rPr lang="en-US" sz="1800"/>
              <a:t>Uzbekistan is one of the driest countries in Central Asia</a:t>
            </a:r>
          </a:p>
          <a:p>
            <a:pPr>
              <a:buFont typeface="Arial"/>
              <a:buChar char="•"/>
            </a:pPr>
            <a:r>
              <a:rPr lang="en-US" sz="1800"/>
              <a:t>The population is expected to increase by 50% by 2050, putting more pressure on water resources</a:t>
            </a:r>
          </a:p>
          <a:p>
            <a:pPr>
              <a:buFont typeface="Arial"/>
              <a:buChar char="•"/>
            </a:pPr>
            <a:r>
              <a:rPr lang="en-US" sz="1800"/>
              <a:t>Climate change is exacerbating water scarcity in the region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737100" cy="3251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2479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ne'mati is used for irrigation in Uzbekistan</a:t>
            </a:r>
          </a:p>
          <a:p>
            <a:pPr>
              <a:buFont typeface="Arial"/>
              <a:buChar char="•"/>
            </a:pPr>
            <a:r>
              <a:rPr lang="en-US" sz="1800"/>
              <a:t>Agriculture accounts for 87% of water usage in Uzbekistan</a:t>
            </a:r>
          </a:p>
          <a:p>
            <a:pPr>
              <a:buFont typeface="Arial"/>
              <a:buChar char="•"/>
            </a:pPr>
            <a:r>
              <a:rPr lang="en-US" sz="1800"/>
              <a:t>Cotton is the main crop grown in Uzbekistan, using large amounts of water</a:t>
            </a:r>
          </a:p>
          <a:p>
            <a:pPr>
              <a:buFont typeface="Arial"/>
              <a:buChar char="•"/>
            </a:pPr>
            <a:r>
              <a:rPr lang="en-US" sz="1800"/>
              <a:t>Efficient irrigation methods, such as drip irrigation, are being promoted to conserve water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600700" cy="3276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384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Industrial and household water consumption is increasing</a:t>
            </a:r>
          </a:p>
          <a:p>
            <a:pPr>
              <a:buFont typeface="Arial"/>
              <a:buChar char="•"/>
            </a:pPr>
            <a:r>
              <a:rPr lang="en-US" sz="1800"/>
              <a:t>Water usage by industries has increased by 33% in the last decade</a:t>
            </a:r>
          </a:p>
          <a:p>
            <a:pPr>
              <a:buFont typeface="Arial"/>
              <a:buChar char="•"/>
            </a:pPr>
            <a:r>
              <a:rPr lang="en-US" sz="1800"/>
              <a:t>Household water usage has also increased by 20%</a:t>
            </a:r>
          </a:p>
          <a:p>
            <a:pPr>
              <a:buFont typeface="Arial"/>
              <a:buChar char="•"/>
            </a:pPr>
            <a:r>
              <a:rPr lang="en-US" sz="1800"/>
              <a:t>Water conservation measures, such as rainwater harvesting, are being implemented to reduce demand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5562600" cy="3733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4224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Water pollution is a major concern in Uzbekistan</a:t>
            </a:r>
          </a:p>
          <a:p>
            <a:pPr>
              <a:buFont typeface="Arial"/>
              <a:buChar char="•"/>
            </a:pPr>
            <a:r>
              <a:rPr lang="en-US" sz="1800"/>
              <a:t>Industrial waste and agricultural runoff are major sources of water pollution</a:t>
            </a:r>
          </a:p>
          <a:p>
            <a:pPr>
              <a:buFont typeface="Arial"/>
              <a:buChar char="•"/>
            </a:pPr>
            <a:r>
              <a:rPr lang="en-US" sz="1800"/>
              <a:t>Water sources near industrial and agricultural areas have high levels of toxic chemicals</a:t>
            </a:r>
          </a:p>
          <a:p>
            <a:pPr>
              <a:buFont typeface="Arial"/>
              <a:buChar char="•"/>
            </a:pPr>
            <a:r>
              <a:rPr lang="en-US" sz="1800"/>
              <a:t>This pollution affects both human health and the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711700" cy="3644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273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Water scarcity impacts nomadic communities in Uzbekistan</a:t>
            </a:r>
          </a:p>
          <a:p>
            <a:pPr>
              <a:buFont typeface="Arial"/>
              <a:buChar char="•"/>
            </a:pPr>
            <a:r>
              <a:rPr lang="en-US" sz="1800"/>
              <a:t>Nomadic communities rely on water from rivers and lakes for their livestock</a:t>
            </a:r>
          </a:p>
          <a:p>
            <a:pPr>
              <a:buFont typeface="Arial"/>
              <a:buChar char="•"/>
            </a:pPr>
            <a:r>
              <a:rPr lang="en-US" sz="1800"/>
              <a:t>Water scarcity forces them to travel long distances to find water</a:t>
            </a:r>
          </a:p>
          <a:p>
            <a:pPr>
              <a:buFont typeface="Arial"/>
              <a:buChar char="•"/>
            </a:pPr>
            <a:r>
              <a:rPr lang="en-US" sz="1800"/>
              <a:t>This disrupts their traditional way of life and poses a threat to their livelihoods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6045200" cy="3175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9398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Uzbekistan is implementing water management strategies</a:t>
            </a:r>
          </a:p>
          <a:p>
            <a:pPr>
              <a:buFont typeface="Arial"/>
              <a:buChar char="•"/>
            </a:pPr>
            <a:r>
              <a:rPr lang="en-US" sz="1800"/>
              <a:t>The government has launched the National Water Resources Management Strategy</a:t>
            </a:r>
          </a:p>
          <a:p>
            <a:pPr>
              <a:buFont typeface="Arial"/>
              <a:buChar char="•"/>
            </a:pPr>
            <a:r>
              <a:rPr lang="en-US" sz="1800"/>
              <a:t>This includes measures such as improving infrastructure and promoting water conservation</a:t>
            </a:r>
          </a:p>
          <a:p>
            <a:pPr>
              <a:buFont typeface="Arial"/>
              <a:buChar char="•"/>
            </a:pPr>
            <a:r>
              <a:rPr lang="en-US" sz="1800"/>
              <a:t>International organizations, such as the World Bank, are also providing support for water management projects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406900" cy="3721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5781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Efforts are being made to improve water quality in Uzbekistan</a:t>
            </a:r>
          </a:p>
          <a:p>
            <a:pPr>
              <a:buFont typeface="Arial"/>
              <a:buChar char="•"/>
            </a:pPr>
            <a:r>
              <a:rPr lang="en-US" sz="1800"/>
              <a:t>The government has implemented stricter regulations for industrial waste disposal</a:t>
            </a:r>
          </a:p>
          <a:p>
            <a:pPr>
              <a:buFont typeface="Arial"/>
              <a:buChar char="•"/>
            </a:pPr>
            <a:r>
              <a:rPr lang="en-US" sz="1800"/>
              <a:t>Water treatment plants are being built to improve the quality of drinking water</a:t>
            </a:r>
          </a:p>
          <a:p>
            <a:pPr>
              <a:buFont typeface="Arial"/>
              <a:buChar char="•"/>
            </a:pPr>
            <a:r>
              <a:rPr lang="en-US" sz="1800"/>
              <a:t>Awareness campaigns are being carried out to educate the public about the importance of clean water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5461000" cy="2895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524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Collaboration with neighboring countries is crucial for water management</a:t>
            </a:r>
          </a:p>
          <a:p>
            <a:pPr>
              <a:buFont typeface="Arial"/>
              <a:buChar char="•"/>
            </a:pPr>
            <a:r>
              <a:rPr lang="en-US" sz="1800"/>
              <a:t>Uzbekistan shares several rivers with its neighboring countries</a:t>
            </a:r>
          </a:p>
          <a:p>
            <a:pPr>
              <a:buFont typeface="Arial"/>
              <a:buChar char="•"/>
            </a:pPr>
            <a:r>
              <a:rPr lang="en-US" sz="1800"/>
              <a:t>Cooperation and sharing of resources is necessary for sustainable water management</a:t>
            </a:r>
          </a:p>
          <a:p>
            <a:pPr>
              <a:buFont typeface="Arial"/>
              <a:buChar char="•"/>
            </a:pPr>
            <a:r>
              <a:rPr lang="en-US" sz="1800"/>
              <a:t>The government is working on agreements and treaties with neighboring countries to address water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