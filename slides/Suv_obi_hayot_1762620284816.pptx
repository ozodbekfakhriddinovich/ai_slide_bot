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800" b="true"/>
              <a:t>Suv obi hayot
Ozodbek Jalilov
null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540000"/>
            <a:ext cx="635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Reja:</a:t>
            </a:r>
          </a:p>
          <a:p>
            <a:pPr>
              <a:buFont typeface="Arial"/>
              <a:buChar char="•"/>
            </a:pPr>
            <a:r>
              <a:rPr lang="en-US" sz="2000"/>
              <a:t>Suv obi hayoti nima?</a:t>
            </a:r>
          </a:p>
          <a:p>
            <a:pPr>
              <a:buFont typeface="Arial"/>
              <a:buChar char="•"/>
            </a:pPr>
            <a:r>
              <a:rPr lang="en-US" sz="2000"/>
              <a:t>Bu nima uchun muhim?</a:t>
            </a:r>
          </a:p>
          <a:p>
            <a:pPr>
              <a:buFont typeface="Arial"/>
              <a:buChar char="•"/>
            </a:pPr>
            <a:r>
              <a:rPr lang="en-US" sz="2000"/>
              <a:t>Suv obi hayotning asosiy tamoyillari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4965700" cy="3606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0193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obi hayot: Maqsad va maqsadlari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asosiy maqsadlari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sharoitlari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maqsadlarni amalga oshirish uchun qo'llaniladigan vositalar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5232400" cy="3632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17526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obi hayot: O'zgarishlar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o'zgarishlari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o'zgarishlarini tushunish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o'zgarishlarni amalga oshirishga o'z hissasi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5765800" cy="2857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12192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obi hayot: Muammo va hal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muammo va hal qoldirish xususiyatlari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muammo qoldirish sabablari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muammo va halni bartaraf etish usullari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6311900" cy="3530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6731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obi hayot: O'zaro bog'liqlik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o'zaro bog'liqlik xususiyatlari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o'zaro bog'liqlikning o'ziga xos qiyinchiliklari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o'zaro bog'liqlikni bartaraf etish usullari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394200" cy="3098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5908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obi hayot: Mavjud resurslar</a:t>
            </a:r>
          </a:p>
          <a:p>
            <a:pPr>
              <a:buFont typeface="Arial"/>
              <a:buChar char="•"/>
            </a:pPr>
            <a:r>
              <a:rPr lang="en-US" sz="1800"/>
              <a:t>Suv obi hayot uchun mavjud resurslar</a:t>
            </a:r>
          </a:p>
          <a:p>
            <a:pPr>
              <a:buFont typeface="Arial"/>
              <a:buChar char="•"/>
            </a:pPr>
            <a:r>
              <a:rPr lang="en-US" sz="1800"/>
              <a:t>Suv obi hayot uchun mavjud resurslar qulayliklari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 uchun mavjud resurslardan foydalanish usullari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5740400" cy="2768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12446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obi hayot: Ta'lim va tarbiya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ta'lim va tarbiya xususiyatlari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ta'lim va tarbiya muhimligi</a:t>
            </a:r>
          </a:p>
          <a:p>
            <a:pPr>
              <a:buFont typeface="Arial"/>
              <a:buChar char="•"/>
            </a:pPr>
            <a:r>
              <a:rPr lang="en-US" sz="1800"/>
              <a:t>Suv obi hayotning ta'lim va tarbiya o'ziga xos qiyinchiliklari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4927600" cy="3670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0574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obi hayot: Suv obi hayotni muhofaza qilish</a:t>
            </a:r>
          </a:p>
          <a:p>
            <a:pPr>
              <a:buFont typeface="Arial"/>
              <a:buChar char="•"/>
            </a:pPr>
            <a:r>
              <a:rPr lang="en-US" sz="1800"/>
              <a:t>Suv obi hayotni muhofaza qilishning eng muhim asosiy tamoyillari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 muhofaza qilishning o'ziga xos qiyinchiliklari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 muhofaza qilish uchun qo'llaniladigan vositalar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5473700" cy="2832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15113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obi hayot: Mustaqil tizimlar</a:t>
            </a:r>
          </a:p>
          <a:p>
            <a:pPr>
              <a:buFont typeface="Arial"/>
              <a:buChar char="•"/>
            </a:pPr>
            <a:r>
              <a:rPr lang="en-US" sz="1800"/>
              <a:t>Suv obi hayotni mustaqil tizimlar orqali ta'minlashning foydasi</a:t>
            </a:r>
          </a:p>
          <a:p>
            <a:pPr>
              <a:buFont typeface="Arial"/>
              <a:buChar char="•"/>
            </a:pPr>
            <a:r>
              <a:rPr lang="en-US" sz="1800"/>
              <a:t>Suv obi hayotni mustaqil tizimlar orqali ta'minlashning qiyinchiliklari</a:t>
            </a:r>
          </a:p>
          <a:p>
            <a:pPr>
              <a:buFont typeface="Arial"/>
              <a:buChar char="•"/>
            </a:pPr>
            <a:r>
              <a:rPr lang="en-US" sz="1800"/>
              <a:t>Suv obi hayotni mustaqil tizimlar orqali ta'minlash uchun zaruriy qadamlar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4102100" cy="3302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8829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Suv obi hayot: Hamkorlik va ko'maklashish</a:t>
            </a:r>
          </a:p>
          <a:p>
            <a:pPr>
              <a:buFont typeface="Arial"/>
              <a:buChar char="•"/>
            </a:pPr>
            <a:r>
              <a:rPr lang="en-US" sz="1800"/>
              <a:t>Suv obi hayotda hamkorlikning ahamiyati</a:t>
            </a:r>
          </a:p>
          <a:p>
            <a:pPr>
              <a:buFont typeface="Arial"/>
              <a:buChar char="•"/>
            </a:pPr>
            <a:r>
              <a:rPr lang="en-US" sz="1800"/>
              <a:t>Suv obi hayotda ko'maklashishning muhimligi</a:t>
            </a:r>
          </a:p>
          <a:p>
            <a:pPr>
              <a:buFont typeface="Arial"/>
              <a:buChar char="•"/>
            </a:pPr>
            <a:r>
              <a:rPr lang="en-US" sz="1800"/>
              <a:t>Suv obi hayotda ko'maklashish uchun yaratilgan xalqaro tashkilotlar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