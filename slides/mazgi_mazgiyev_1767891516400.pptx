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800" b="true"/>
              <a:t>mazgi mazgiyev
ozodbek
null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2540000"/>
            <a:ext cx="635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Reja:</a:t>
            </a:r>
          </a:p>
          <a:p>
            <a:pPr>
              <a:buFont typeface="Arial"/>
              <a:buChar char="•"/>
            </a:pPr>
            <a:r>
              <a:rPr lang="en-US" sz="2000"/>
              <a:t>Mazgi Mazgiyev is a well-known Uzbek poet and writer.</a:t>
            </a:r>
          </a:p>
          <a:p>
            <a:pPr>
              <a:buFont typeface="Arial"/>
              <a:buChar char="•"/>
            </a:pPr>
            <a:r>
              <a:rPr lang="en-US" sz="2000"/>
              <a:t>He was born in 1961 in the city of Tashkent.</a:t>
            </a:r>
          </a:p>
          <a:p>
            <a:pPr>
              <a:buFont typeface="Arial"/>
              <a:buChar char="•"/>
            </a:pPr>
            <a:r>
              <a:rPr lang="en-US" sz="2000"/>
              <a:t>His real name is Mazgul Masharipovich Mazgiyev.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5118100" cy="35052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18669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Early Life and Education</a:t>
            </a:r>
          </a:p>
          <a:p>
            <a:pPr>
              <a:buFont typeface="Arial"/>
              <a:buChar char="•"/>
            </a:pPr>
            <a:r>
              <a:rPr lang="en-US" sz="1800"/>
              <a:t>Mazgi Mazgiyev studied at the Tashkent State Pedagogical Institute.</a:t>
            </a:r>
          </a:p>
          <a:p>
            <a:pPr>
              <a:buFont typeface="Arial"/>
              <a:buChar char="•"/>
            </a:pPr>
            <a:r>
              <a:rPr lang="en-US" sz="1800"/>
              <a:t>He worked as a teacher and later as a journalist.</a:t>
            </a:r>
          </a:p>
          <a:p>
            <a:pPr>
              <a:buFont typeface="Arial"/>
              <a:buChar char="•"/>
            </a:pPr>
            <a:r>
              <a:rPr lang="en-US" sz="1800"/>
              <a:t>He published his first poem at the age of 21.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5384800" cy="2641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16002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Literary Career</a:t>
            </a:r>
          </a:p>
          <a:p>
            <a:pPr>
              <a:buFont typeface="Arial"/>
              <a:buChar char="•"/>
            </a:pPr>
            <a:r>
              <a:rPr lang="en-US" sz="1800"/>
              <a:t>Mazgi Mazgiyev has published over 20 books of poetry and prose.</a:t>
            </a:r>
          </a:p>
          <a:p>
            <a:pPr>
              <a:buFont typeface="Arial"/>
              <a:buChar char="•"/>
            </a:pPr>
            <a:r>
              <a:rPr lang="en-US" sz="1800"/>
              <a:t>His works have been translated into many languages, including English, German, and Russian.</a:t>
            </a:r>
          </a:p>
          <a:p>
            <a:pPr>
              <a:buFont typeface="Arial"/>
              <a:buChar char="•"/>
            </a:pPr>
            <a:r>
              <a:rPr lang="en-US" sz="1800"/>
              <a:t>He has won numerous awards and recognition for his writing.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5588000" cy="3721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1397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Themes in Mazgi Mazgiyev's Writing</a:t>
            </a:r>
          </a:p>
          <a:p>
            <a:pPr>
              <a:buFont typeface="Arial"/>
              <a:buChar char="•"/>
            </a:pPr>
            <a:r>
              <a:rPr lang="en-US" sz="1800"/>
              <a:t>His poetry often explores themes of love, nature, and spirituality.</a:t>
            </a:r>
          </a:p>
          <a:p>
            <a:pPr>
              <a:buFont typeface="Arial"/>
              <a:buChar char="•"/>
            </a:pPr>
            <a:r>
              <a:rPr lang="en-US" sz="1800"/>
              <a:t>He also writes about the history and culture of Uzbekistan.</a:t>
            </a:r>
          </a:p>
          <a:p>
            <a:pPr>
              <a:buFont typeface="Arial"/>
              <a:buChar char="•"/>
            </a:pPr>
            <a:r>
              <a:rPr lang="en-US" sz="1800"/>
              <a:t>His writing is known for its lyrical and melodic style.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4305300" cy="3314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6797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Impact on Uzbek Literature</a:t>
            </a:r>
          </a:p>
          <a:p>
            <a:pPr>
              <a:buFont typeface="Arial"/>
              <a:buChar char="•"/>
            </a:pPr>
            <a:r>
              <a:rPr lang="en-US" sz="1800"/>
              <a:t>Mazgi Mazgiyev is considered one of the most influential poets of modern Uzbek literature.</a:t>
            </a:r>
          </a:p>
          <a:p>
            <a:pPr>
              <a:buFont typeface="Arial"/>
              <a:buChar char="•"/>
            </a:pPr>
            <a:r>
              <a:rPr lang="en-US" sz="1800"/>
              <a:t>His work has inspired many younger writers and poets.</a:t>
            </a:r>
          </a:p>
          <a:p>
            <a:pPr>
              <a:buFont typeface="Arial"/>
              <a:buChar char="•"/>
            </a:pPr>
            <a:r>
              <a:rPr lang="en-US" sz="1800"/>
              <a:t>He is seen as a bridge between traditional Uzbek poetry and modern literature.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5537200" cy="2540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14478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Mazgi Mazgiyev's Contribution to Society</a:t>
            </a:r>
          </a:p>
          <a:p>
            <a:pPr>
              <a:buFont typeface="Arial"/>
              <a:buChar char="•"/>
            </a:pPr>
            <a:r>
              <a:rPr lang="en-US" sz="1800"/>
              <a:t>In addition to his writing, Mazgi Mazgiyev is also known for his charitable work.</a:t>
            </a:r>
          </a:p>
          <a:p>
            <a:pPr>
              <a:buFont typeface="Arial"/>
              <a:buChar char="•"/>
            </a:pPr>
            <a:r>
              <a:rPr lang="en-US" sz="1800"/>
              <a:t>He has helped build schools and libraries in rural areas of Uzbekistan.</a:t>
            </a:r>
          </a:p>
          <a:p>
            <a:pPr>
              <a:buFont typeface="Arial"/>
              <a:buChar char="•"/>
            </a:pPr>
            <a:r>
              <a:rPr lang="en-US" sz="1800"/>
              <a:t>He is a vocal advocate for education and cultural preservation.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4851400" cy="3606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1336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International Recognition</a:t>
            </a:r>
          </a:p>
          <a:p>
            <a:pPr>
              <a:buFont typeface="Arial"/>
              <a:buChar char="•"/>
            </a:pPr>
            <a:r>
              <a:rPr lang="en-US" sz="1800"/>
              <a:t>Mazgi Mazgiyev's work has been recognized internationally, and he has received awards from countries such as Germany, Russia, and France.</a:t>
            </a:r>
          </a:p>
          <a:p>
            <a:pPr>
              <a:buFont typeface="Arial"/>
              <a:buChar char="•"/>
            </a:pPr>
            <a:r>
              <a:rPr lang="en-US" sz="1800"/>
              <a:t>He has been invited to speak and read his work at literary events around the world.</a:t>
            </a:r>
          </a:p>
          <a:p>
            <a:pPr>
              <a:buFont typeface="Arial"/>
              <a:buChar char="•"/>
            </a:pPr>
            <a:r>
              <a:rPr lang="en-US" sz="1800"/>
              <a:t>His writing has also been studied and analyzed by scholars in various countries.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4076700" cy="2590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9083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Mazgi Mazgiyev's Influence on Music</a:t>
            </a:r>
          </a:p>
          <a:p>
            <a:pPr>
              <a:buFont typeface="Arial"/>
              <a:buChar char="•"/>
            </a:pPr>
            <a:r>
              <a:rPr lang="en-US" sz="1800"/>
              <a:t>Mazgi Mazgiyev's poetry has also been adapted into songs by famous Uzbek singers.</a:t>
            </a:r>
          </a:p>
          <a:p>
            <a:pPr>
              <a:buFont typeface="Arial"/>
              <a:buChar char="•"/>
            </a:pPr>
            <a:r>
              <a:rPr lang="en-US" sz="1800"/>
              <a:t>His words and ideas have been incorporated into popular music, making his work accessible to a wider audience.</a:t>
            </a:r>
          </a:p>
          <a:p>
            <a:pPr>
              <a:buFont typeface="Arial"/>
              <a:buChar char="•"/>
            </a:pPr>
            <a:r>
              <a:rPr lang="en-US" sz="1800"/>
              <a:t>He has collaborated with musicians to create unique and powerful pieces that combine poetry and music.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4089400" cy="27305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28956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Mazgi Mazgiyev's Contribution to the Uzbek Language</a:t>
            </a:r>
          </a:p>
          <a:p>
            <a:pPr>
              <a:buFont typeface="Arial"/>
              <a:buChar char="•"/>
            </a:pPr>
            <a:r>
              <a:rPr lang="en-US" sz="1800"/>
              <a:t>Mazgi Mazgiyev's writing has helped preserve and promote the Uzbek language.</a:t>
            </a:r>
          </a:p>
          <a:p>
            <a:pPr>
              <a:buFont typeface="Arial"/>
              <a:buChar char="•"/>
            </a:pPr>
            <a:r>
              <a:rPr lang="en-US" sz="1800"/>
              <a:t>His use of rich and evocative language has inspired many to appreciate and use the language in their own writing.</a:t>
            </a:r>
          </a:p>
          <a:p>
            <a:pPr>
              <a:buFont typeface="Arial"/>
              <a:buChar char="•"/>
            </a:pPr>
            <a:r>
              <a:rPr lang="en-US" sz="1800"/>
              <a:t>He has also been involved in projects to standardize and modernize the Uzbek language.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4597400" cy="3009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3876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Legacy and Future Work</a:t>
            </a:r>
          </a:p>
          <a:p>
            <a:pPr>
              <a:buFont typeface="Arial"/>
              <a:buChar char="•"/>
            </a:pPr>
            <a:r>
              <a:rPr lang="en-US" sz="1800"/>
              <a:t>Mazgi Mazgiyev's legacy continues through his writing and his impact on literature and society.</a:t>
            </a:r>
          </a:p>
          <a:p>
            <a:pPr>
              <a:buFont typeface="Arial"/>
              <a:buChar char="•"/>
            </a:pPr>
            <a:r>
              <a:rPr lang="en-US" sz="1800"/>
              <a:t>He continues to write and publish new works, and his influence on Uzbek literature shows no signs of slowing down.</a:t>
            </a:r>
          </a:p>
          <a:p>
            <a:pPr>
              <a:buFont typeface="Arial"/>
              <a:buChar char="•"/>
            </a:pPr>
            <a:r>
              <a:rPr lang="en-US" sz="1800"/>
              <a:t>His work will be remembered and celebrated for generations to 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