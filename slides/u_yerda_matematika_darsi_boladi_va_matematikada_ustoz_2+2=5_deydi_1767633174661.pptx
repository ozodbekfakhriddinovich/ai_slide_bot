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800" b="true"/>
              <a:t>u yerda matematika darsi boladi va matematikada ustoz 2+2=5 deydi
sunnatullo
null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2540000"/>
            <a:ext cx="635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Reja:</a:t>
            </a:r>
          </a:p>
          <a:p>
            <a:pPr>
              <a:buFont typeface="Arial"/>
              <a:buChar char="•"/>
            </a:pPr>
            <a:r>
              <a:rPr lang="en-US" sz="2000"/>
              <a:t>Matematikada ustozning 2+2=5 deyish haqida ma'lumot</a:t>
            </a:r>
          </a:p>
          <a:p>
            <a:pPr>
              <a:buFont typeface="Arial"/>
              <a:buChar char="•"/>
            </a:pPr>
            <a:r>
              <a:rPr lang="en-US" sz="2000"/>
              <a:t>Ustozning bu gapni o'qitish sababi</a:t>
            </a:r>
          </a:p>
          <a:p>
            <a:pPr>
              <a:buFont typeface="Arial"/>
              <a:buChar char="•"/>
            </a:pPr>
            <a:r>
              <a:rPr lang="en-US" sz="2000"/>
              <a:t>Ustozning matematikadagi o'qitish usullari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270000"/>
            <a:ext cx="4749800" cy="3695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22352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Matematikada 2+2=5 haqida tarixiy ma'lumot</a:t>
            </a:r>
          </a:p>
          <a:p>
            <a:pPr>
              <a:buFont typeface="Arial"/>
              <a:buChar char="•"/>
            </a:pPr>
            <a:r>
              <a:rPr lang="en-US" sz="1800"/>
              <a:t>O'rtacha uning o'zgarishi</a:t>
            </a:r>
          </a:p>
          <a:p>
            <a:pPr>
              <a:buFont typeface="Arial"/>
              <a:buChar char="•"/>
            </a:pPr>
            <a:r>
              <a:rPr lang="en-US" sz="1800"/>
              <a:t>Matematikada 2+2=5 ni qabul qilish</a:t>
            </a:r>
          </a:p>
          <a:p>
            <a:pPr>
              <a:buFont typeface="Arial"/>
              <a:buChar char="•"/>
            </a:pPr>
            <a:r>
              <a:rPr lang="en-US" sz="1800"/>
              <a:t>Tarixiy ma'lumotlar va 2+2=5 deyish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70000"/>
            <a:ext cx="6057900" cy="34798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9271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Ustozning 2+2=5 deyishning sababi</a:t>
            </a:r>
          </a:p>
          <a:p>
            <a:pPr>
              <a:buFont typeface="Arial"/>
              <a:buChar char="•"/>
            </a:pPr>
            <a:r>
              <a:rPr lang="en-US" sz="1800"/>
              <a:t>Ustozning matematikada 2+2=5 ni o'qitish sababi</a:t>
            </a:r>
          </a:p>
          <a:p>
            <a:pPr>
              <a:buFont typeface="Arial"/>
              <a:buChar char="•"/>
            </a:pPr>
            <a:r>
              <a:rPr lang="en-US" sz="1800"/>
              <a:t>Matematikadagi xatoliklar va 2+2=5 deyish</a:t>
            </a:r>
          </a:p>
          <a:p>
            <a:pPr>
              <a:buFont typeface="Arial"/>
              <a:buChar char="•"/>
            </a:pPr>
            <a:r>
              <a:rPr lang="en-US" sz="1800"/>
              <a:t>2+2=5 deyish bilan matematika o'qitish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270000"/>
            <a:ext cx="4191000" cy="3060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3810000" y="1270000"/>
            <a:ext cx="2794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Matematikada 2+2=5 deyishning foydasi</a:t>
            </a:r>
          </a:p>
          <a:p>
            <a:pPr>
              <a:buFont typeface="Arial"/>
              <a:buChar char="•"/>
            </a:pPr>
            <a:r>
              <a:rPr lang="en-US" sz="1800"/>
              <a:t>Matematikadagi 2+2=5 deyishning o'qitishda foydasi</a:t>
            </a:r>
          </a:p>
          <a:p>
            <a:pPr>
              <a:buFont typeface="Arial"/>
              <a:buChar char="•"/>
            </a:pPr>
            <a:r>
              <a:rPr lang="en-US" sz="1800"/>
              <a:t>O'quvchilarning matematika bilimlarini yanada oshirish</a:t>
            </a:r>
          </a:p>
          <a:p>
            <a:pPr>
              <a:buFont typeface="Arial"/>
              <a:buChar char="•"/>
            </a:pPr>
            <a:r>
              <a:rPr lang="en-US" sz="1800"/>
              <a:t>Matematikada savol va masalalar uchun iste'dod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70000"/>
            <a:ext cx="4762500" cy="27813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22225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Matematika darsida ustoz 2+2=5 deyishning ta'siri</a:t>
            </a:r>
          </a:p>
          <a:p>
            <a:pPr>
              <a:buFont typeface="Arial"/>
              <a:buChar char="•"/>
            </a:pPr>
            <a:r>
              <a:rPr lang="en-US" sz="1800"/>
              <a:t>O'quvchilar ustozning 2+2=5 deyishiga qarshi tushunish</a:t>
            </a:r>
          </a:p>
          <a:p>
            <a:pPr>
              <a:buFont typeface="Arial"/>
              <a:buChar char="•"/>
            </a:pPr>
            <a:r>
              <a:rPr lang="en-US" sz="1800"/>
              <a:t>Matematikada o'quvchilarning ishini yanada yaxshi bajarmasi</a:t>
            </a:r>
          </a:p>
          <a:p>
            <a:pPr>
              <a:buFont typeface="Arial"/>
              <a:buChar char="•"/>
            </a:pPr>
            <a:r>
              <a:rPr lang="en-US" sz="1800"/>
              <a:t>Matematikada o'quvchilarning fikrlarini yanada kengaytirish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270000"/>
            <a:ext cx="6184900" cy="2692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8001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Matematikada 2+2=5 deyishning muammoatlari</a:t>
            </a:r>
          </a:p>
          <a:p>
            <a:pPr>
              <a:buFont typeface="Arial"/>
              <a:buChar char="•"/>
            </a:pPr>
            <a:r>
              <a:rPr lang="en-US" sz="1800"/>
              <a:t>Matematikada 2+2=5 deyishni tushunish va qabul qilish</a:t>
            </a:r>
          </a:p>
          <a:p>
            <a:pPr>
              <a:buFont typeface="Arial"/>
              <a:buChar char="•"/>
            </a:pPr>
            <a:r>
              <a:rPr lang="en-US" sz="1800"/>
              <a:t>Muammolar va 2+2=5 deyish</a:t>
            </a:r>
          </a:p>
          <a:p>
            <a:pPr>
              <a:buFont typeface="Arial"/>
              <a:buChar char="•"/>
            </a:pPr>
            <a:r>
              <a:rPr lang="en-US" sz="1800"/>
              <a:t>Matematikada ustozning 2+2=5 deyishidan chiqarish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70000"/>
            <a:ext cx="4064000" cy="3454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29210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Matematikada 2+2=5 deyishning tarbiyaviy ahamiyati</a:t>
            </a:r>
          </a:p>
          <a:p>
            <a:pPr>
              <a:buFont typeface="Arial"/>
              <a:buChar char="•"/>
            </a:pPr>
            <a:r>
              <a:rPr lang="en-US" sz="1800"/>
              <a:t>Matematikada 2+2=5 deyish orqali o'quvchilarning nazariyasini yanada kengaytirish</a:t>
            </a:r>
          </a:p>
          <a:p>
            <a:pPr>
              <a:buFont typeface="Arial"/>
              <a:buChar char="•"/>
            </a:pPr>
            <a:r>
              <a:rPr lang="en-US" sz="1800"/>
              <a:t>Tarbiyaviy maqsad va 2+2=5 deyish</a:t>
            </a:r>
          </a:p>
          <a:p>
            <a:pPr>
              <a:buFont typeface="Arial"/>
              <a:buChar char="•"/>
            </a:pPr>
            <a:r>
              <a:rPr lang="en-US" sz="1800"/>
              <a:t>2+2=5 deyish bilan o'quvchilarning qarshilik qilishga iste'dod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70000"/>
            <a:ext cx="5257800" cy="2552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17272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Matematikada ustozning 2+2=5 deyishning yutuqlari</a:t>
            </a:r>
          </a:p>
          <a:p>
            <a:pPr>
              <a:buFont typeface="Arial"/>
              <a:buChar char="•"/>
            </a:pPr>
            <a:r>
              <a:rPr lang="en-US" sz="1800"/>
              <a:t>Matematikada ustozning 2+2=5 deyish orqali o'quvchilarning bilimlarini yanada oshirish</a:t>
            </a:r>
          </a:p>
          <a:p>
            <a:pPr>
              <a:buFont typeface="Arial"/>
              <a:buChar char="•"/>
            </a:pPr>
            <a:r>
              <a:rPr lang="en-US" sz="1800"/>
              <a:t>Yutuq va 2+2=5 deyish</a:t>
            </a:r>
          </a:p>
          <a:p>
            <a:pPr>
              <a:buFont typeface="Arial"/>
              <a:buChar char="•"/>
            </a:pPr>
            <a:r>
              <a:rPr lang="en-US" sz="1800"/>
              <a:t>Matematikada 2+2=5 deyish orqali o'quvchilarning o'ziga ishonchini oshirish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0" y="1270000"/>
            <a:ext cx="5321300" cy="3429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16637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Matematika darsida 2+2=5 deyishga ko'nikmalarga talab</a:t>
            </a:r>
          </a:p>
          <a:p>
            <a:pPr>
              <a:buFont typeface="Arial"/>
              <a:buChar char="•"/>
            </a:pPr>
            <a:r>
              <a:rPr lang="en-US" sz="1800"/>
              <a:t>O'quvchilarning matematikadagi bilimlari va 2+2=5 deyishga qarshi tushunish</a:t>
            </a:r>
          </a:p>
          <a:p>
            <a:pPr>
              <a:buFont typeface="Arial"/>
              <a:buChar char="•"/>
            </a:pPr>
            <a:r>
              <a:rPr lang="en-US" sz="1800"/>
              <a:t>Matematikada 2+2=5 deyishga qarshi ko'nikma olish</a:t>
            </a:r>
          </a:p>
          <a:p>
            <a:pPr>
              <a:buFont typeface="Arial"/>
              <a:buChar char="•"/>
            </a:pPr>
            <a:r>
              <a:rPr lang="en-US" sz="1800"/>
              <a:t>Matematikada 2+2=5 deyishga qarshi tushunish uchun o'quvchilarning sohillatilishi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270000"/>
            <a:ext cx="4292600" cy="32385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>
            <a:off x="635000" y="1270000"/>
            <a:ext cx="2692400" cy="508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200" b="true"/>
              <a:t>Matematikada 2+2=5 deyish haqida savollar</a:t>
            </a:r>
          </a:p>
          <a:p>
            <a:pPr>
              <a:buFont typeface="Arial"/>
              <a:buChar char="•"/>
            </a:pPr>
            <a:r>
              <a:rPr lang="en-US" sz="1800"/>
              <a:t>Matematikada 2+2=5 deyish haqida o'quvchilarning savollari</a:t>
            </a:r>
          </a:p>
          <a:p>
            <a:pPr>
              <a:buFont typeface="Arial"/>
              <a:buChar char="•"/>
            </a:pPr>
            <a:r>
              <a:rPr lang="en-US" sz="1800"/>
              <a:t>2+2=5 haqida matematikada ustozning javoblari</a:t>
            </a:r>
          </a:p>
          <a:p>
            <a:pPr>
              <a:buFont typeface="Arial"/>
              <a:buChar char="•"/>
            </a:pPr>
            <a:r>
              <a:rPr lang="en-US" sz="1800"/>
              <a:t>Matematikada 2+2=5 deyishga qarshi tushunish uchun o'quvchilarning sohillatilishi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